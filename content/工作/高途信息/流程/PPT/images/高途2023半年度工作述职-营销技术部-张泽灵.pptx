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3"/>
    <p:sldMasterId id="2147483661" r:id="rId4"/>
    <p:sldMasterId id="2147483668" r:id="rId5"/>
  </p:sldMasterIdLst>
  <p:notesMasterIdLst>
    <p:notesMasterId r:id="rId7"/>
  </p:notesMasterIdLst>
  <p:handoutMasterIdLst>
    <p:handoutMasterId r:id="rId32"/>
  </p:handoutMasterIdLst>
  <p:sldIdLst>
    <p:sldId id="11089460" r:id="rId6"/>
    <p:sldId id="261" r:id="rId8"/>
    <p:sldId id="11089701" r:id="rId9"/>
    <p:sldId id="11089633" r:id="rId10"/>
    <p:sldId id="11089702" r:id="rId11"/>
    <p:sldId id="11089715" r:id="rId12"/>
    <p:sldId id="11089714" r:id="rId13"/>
    <p:sldId id="11089716" r:id="rId14"/>
    <p:sldId id="11089727" r:id="rId15"/>
    <p:sldId id="11089728" r:id="rId16"/>
    <p:sldId id="11089726" r:id="rId17"/>
    <p:sldId id="11089718" r:id="rId18"/>
    <p:sldId id="11089729" r:id="rId19"/>
    <p:sldId id="11089730" r:id="rId20"/>
    <p:sldId id="11089732" r:id="rId21"/>
    <p:sldId id="11089731" r:id="rId22"/>
    <p:sldId id="11089733" r:id="rId23"/>
    <p:sldId id="11089734" r:id="rId24"/>
    <p:sldId id="11089736" r:id="rId25"/>
    <p:sldId id="11089703" r:id="rId26"/>
    <p:sldId id="11089724" r:id="rId27"/>
    <p:sldId id="11089704" r:id="rId28"/>
    <p:sldId id="11089720" r:id="rId29"/>
    <p:sldId id="11089721" r:id="rId30"/>
    <p:sldId id="11089700" r:id="rId31"/>
  </p:sldIdLst>
  <p:sldSz cx="12192000" cy="6858000"/>
  <p:notesSz cx="6807200" cy="993902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6" userDrawn="1">
          <p15:clr>
            <a:srgbClr val="A4A3A4"/>
          </p15:clr>
        </p15:guide>
        <p15:guide id="2" orient="horz" pos="3562" userDrawn="1">
          <p15:clr>
            <a:srgbClr val="A4A3A4"/>
          </p15:clr>
        </p15:guide>
        <p15:guide id="3" orient="horz" pos="754" userDrawn="1">
          <p15:clr>
            <a:srgbClr val="A4A3A4"/>
          </p15:clr>
        </p15:guide>
        <p15:guide id="4" pos="7256" userDrawn="1">
          <p15:clr>
            <a:srgbClr val="A4A3A4"/>
          </p15:clr>
        </p15:guide>
        <p15:guide id="5" pos="483" userDrawn="1">
          <p15:clr>
            <a:srgbClr val="A4A3A4"/>
          </p15:clr>
        </p15:guide>
        <p15:guide id="6" pos="388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ia Tian" initials="MT" lastIdx="12" clrIdx="0"/>
  <p:cmAuthor id="1" name="Lorie Lu" initials="LL"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D7EE"/>
    <a:srgbClr val="50B152"/>
    <a:srgbClr val="BD61AE"/>
    <a:srgbClr val="CC9900"/>
    <a:srgbClr val="FFFF00"/>
    <a:srgbClr val="7AB831"/>
    <a:srgbClr val="0083A9"/>
    <a:srgbClr val="0D3F72"/>
    <a:srgbClr val="E46D35"/>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86" autoAdjust="0"/>
    <p:restoredTop sz="93875" autoAdjust="0"/>
  </p:normalViewPr>
  <p:slideViewPr>
    <p:cSldViewPr showGuides="1">
      <p:cViewPr varScale="1">
        <p:scale>
          <a:sx n="86" d="100"/>
          <a:sy n="86" d="100"/>
        </p:scale>
        <p:origin x="571" y="67"/>
      </p:cViewPr>
      <p:guideLst>
        <p:guide orient="horz" pos="2086"/>
        <p:guide orient="horz" pos="3562"/>
        <p:guide orient="horz" pos="754"/>
        <p:guide pos="7256"/>
        <p:guide pos="483"/>
        <p:guide pos="3887"/>
      </p:guideLst>
    </p:cSldViewPr>
  </p:slideViewPr>
  <p:outlineViewPr>
    <p:cViewPr>
      <p:scale>
        <a:sx n="33" d="100"/>
        <a:sy n="33" d="100"/>
      </p:scale>
      <p:origin x="0" y="0"/>
    </p:cViewPr>
  </p:outlineViewPr>
  <p:notesTextViewPr>
    <p:cViewPr>
      <p:scale>
        <a:sx n="1" d="1"/>
        <a:sy n="1" d="1"/>
      </p:scale>
      <p:origin x="0" y="0"/>
    </p:cViewPr>
  </p:notesTextViewPr>
  <p:sorterViewPr>
    <p:cViewPr>
      <p:scale>
        <a:sx n="125" d="100"/>
        <a:sy n="125" d="100"/>
      </p:scale>
      <p:origin x="0" y="-28266"/>
    </p:cViewPr>
  </p:sorterViewPr>
  <p:notesViewPr>
    <p:cSldViewPr>
      <p:cViewPr varScale="1">
        <p:scale>
          <a:sx n="43" d="100"/>
          <a:sy n="43" d="100"/>
        </p:scale>
        <p:origin x="-2876" y="-64"/>
      </p:cViewPr>
      <p:guideLst>
        <p:guide orient="horz" pos="3262"/>
        <p:guide pos="2238"/>
        <p:guide orient="horz" pos="3132"/>
        <p:guide pos="217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7" Type="http://schemas.openxmlformats.org/officeDocument/2006/relationships/tags" Target="tags/tag22.xml"/><Relationship Id="rId36" Type="http://schemas.openxmlformats.org/officeDocument/2006/relationships/commentAuthors" Target="commentAuthors.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2" y="0"/>
            <a:ext cx="2950375" cy="498966"/>
          </a:xfrm>
          <a:prstGeom prst="rect">
            <a:avLst/>
          </a:prstGeom>
        </p:spPr>
        <p:txBody>
          <a:bodyPr vert="horz" lIns="92236" tIns="46118" rIns="92236" bIns="46118" rtlCol="0"/>
          <a:lstStyle>
            <a:lvl1pPr algn="l">
              <a:defRPr sz="1200"/>
            </a:lvl1pPr>
          </a:lstStyle>
          <a:p>
            <a:endParaRPr lang="zh-CN" altLang="en-US"/>
          </a:p>
        </p:txBody>
      </p:sp>
      <p:sp>
        <p:nvSpPr>
          <p:cNvPr id="3" name="日期占位符 2"/>
          <p:cNvSpPr>
            <a:spLocks noGrp="1"/>
          </p:cNvSpPr>
          <p:nvPr>
            <p:ph type="dt" sz="quarter" idx="1"/>
          </p:nvPr>
        </p:nvSpPr>
        <p:spPr>
          <a:xfrm>
            <a:off x="3855221" y="0"/>
            <a:ext cx="2950374" cy="498966"/>
          </a:xfrm>
          <a:prstGeom prst="rect">
            <a:avLst/>
          </a:prstGeom>
        </p:spPr>
        <p:txBody>
          <a:bodyPr vert="horz" lIns="92236" tIns="46118" rIns="92236" bIns="46118" rtlCol="0"/>
          <a:lstStyle>
            <a:lvl1pPr algn="r">
              <a:defRPr sz="1200"/>
            </a:lvl1pPr>
          </a:lstStyle>
          <a:p>
            <a:fld id="{45AD6666-BE1D-45B6-81F4-1DFCFF9C6057}" type="datetimeFigureOut">
              <a:rPr lang="zh-CN" altLang="en-US" smtClean="0"/>
            </a:fld>
            <a:endParaRPr lang="zh-CN" altLang="en-US"/>
          </a:p>
        </p:txBody>
      </p:sp>
      <p:sp>
        <p:nvSpPr>
          <p:cNvPr id="4" name="页脚占位符 3"/>
          <p:cNvSpPr>
            <a:spLocks noGrp="1"/>
          </p:cNvSpPr>
          <p:nvPr>
            <p:ph type="ftr" sz="quarter" idx="2"/>
          </p:nvPr>
        </p:nvSpPr>
        <p:spPr>
          <a:xfrm>
            <a:off x="2" y="9440372"/>
            <a:ext cx="2950375" cy="498966"/>
          </a:xfrm>
          <a:prstGeom prst="rect">
            <a:avLst/>
          </a:prstGeom>
        </p:spPr>
        <p:txBody>
          <a:bodyPr vert="horz" lIns="92236" tIns="46118" rIns="92236" bIns="46118"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5221" y="9440372"/>
            <a:ext cx="2950374" cy="498966"/>
          </a:xfrm>
          <a:prstGeom prst="rect">
            <a:avLst/>
          </a:prstGeom>
        </p:spPr>
        <p:txBody>
          <a:bodyPr vert="horz" lIns="92236" tIns="46118" rIns="92236" bIns="46118" rtlCol="0" anchor="b"/>
          <a:lstStyle>
            <a:lvl1pPr algn="r">
              <a:defRPr sz="1200"/>
            </a:lvl1pPr>
          </a:lstStyle>
          <a:p>
            <a:fld id="{A2AA7307-607F-440F-8216-B93F8EA98082}"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2"/>
            <a:ext cx="2949787" cy="496967"/>
          </a:xfrm>
          <a:prstGeom prst="rect">
            <a:avLst/>
          </a:prstGeom>
        </p:spPr>
        <p:txBody>
          <a:bodyPr vert="horz" lIns="92184" tIns="46094" rIns="92184" bIns="46094" rtlCol="0"/>
          <a:lstStyle>
            <a:lvl1pPr algn="l">
              <a:defRPr sz="1300"/>
            </a:lvl1pPr>
          </a:lstStyle>
          <a:p>
            <a:endParaRPr lang="zh-CN" altLang="en-US"/>
          </a:p>
        </p:txBody>
      </p:sp>
      <p:sp>
        <p:nvSpPr>
          <p:cNvPr id="3" name="Date Placeholder 2"/>
          <p:cNvSpPr>
            <a:spLocks noGrp="1"/>
          </p:cNvSpPr>
          <p:nvPr>
            <p:ph type="dt" idx="1"/>
          </p:nvPr>
        </p:nvSpPr>
        <p:spPr>
          <a:xfrm>
            <a:off x="3855843" y="2"/>
            <a:ext cx="2949787" cy="496967"/>
          </a:xfrm>
          <a:prstGeom prst="rect">
            <a:avLst/>
          </a:prstGeom>
        </p:spPr>
        <p:txBody>
          <a:bodyPr vert="horz" lIns="92184" tIns="46094" rIns="92184" bIns="46094" rtlCol="0"/>
          <a:lstStyle>
            <a:lvl1pPr algn="r">
              <a:defRPr sz="1300"/>
            </a:lvl1pPr>
          </a:lstStyle>
          <a:p>
            <a:fld id="{4B5719EA-4BB9-4DDF-8E6D-D8236EEAE6BD}" type="datetimeFigureOut">
              <a:rPr lang="zh-CN" altLang="en-US" smtClean="0"/>
            </a:fld>
            <a:endParaRPr lang="zh-CN" altLang="en-US"/>
          </a:p>
        </p:txBody>
      </p:sp>
      <p:sp>
        <p:nvSpPr>
          <p:cNvPr id="4" name="Slide Image Placeholder 3"/>
          <p:cNvSpPr>
            <a:spLocks noGrp="1" noRot="1" noChangeAspect="1"/>
          </p:cNvSpPr>
          <p:nvPr>
            <p:ph type="sldImg" idx="2"/>
          </p:nvPr>
        </p:nvSpPr>
        <p:spPr>
          <a:xfrm>
            <a:off x="90488" y="744538"/>
            <a:ext cx="6626225" cy="3727450"/>
          </a:xfrm>
          <a:prstGeom prst="rect">
            <a:avLst/>
          </a:prstGeom>
          <a:noFill/>
          <a:ln w="12700">
            <a:solidFill>
              <a:prstClr val="black"/>
            </a:solidFill>
          </a:ln>
        </p:spPr>
        <p:txBody>
          <a:bodyPr vert="horz" lIns="92184" tIns="46094" rIns="92184" bIns="46094" rtlCol="0" anchor="ctr"/>
          <a:lstStyle/>
          <a:p>
            <a:endParaRPr lang="zh-CN" altLang="en-US"/>
          </a:p>
        </p:txBody>
      </p:sp>
      <p:sp>
        <p:nvSpPr>
          <p:cNvPr id="5" name="Notes Placeholder 4"/>
          <p:cNvSpPr>
            <a:spLocks noGrp="1"/>
          </p:cNvSpPr>
          <p:nvPr>
            <p:ph type="body" sz="quarter" idx="3"/>
          </p:nvPr>
        </p:nvSpPr>
        <p:spPr>
          <a:xfrm>
            <a:off x="680721" y="4721192"/>
            <a:ext cx="5445760" cy="4472702"/>
          </a:xfrm>
          <a:prstGeom prst="rect">
            <a:avLst/>
          </a:prstGeom>
        </p:spPr>
        <p:txBody>
          <a:bodyPr vert="horz" lIns="92184" tIns="46094" rIns="92184" bIns="46094" rtlCol="0"/>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6" name="Footer Placeholder 5"/>
          <p:cNvSpPr>
            <a:spLocks noGrp="1"/>
          </p:cNvSpPr>
          <p:nvPr>
            <p:ph type="ftr" sz="quarter" idx="4"/>
          </p:nvPr>
        </p:nvSpPr>
        <p:spPr>
          <a:xfrm>
            <a:off x="5" y="9440649"/>
            <a:ext cx="2949787" cy="496967"/>
          </a:xfrm>
          <a:prstGeom prst="rect">
            <a:avLst/>
          </a:prstGeom>
        </p:spPr>
        <p:txBody>
          <a:bodyPr vert="horz" lIns="92184" tIns="46094" rIns="92184" bIns="46094" rtlCol="0" anchor="b"/>
          <a:lstStyle>
            <a:lvl1pPr algn="l">
              <a:defRPr sz="1300"/>
            </a:lvl1pPr>
          </a:lstStyle>
          <a:p>
            <a:endParaRPr lang="zh-CN" altLang="en-US"/>
          </a:p>
        </p:txBody>
      </p:sp>
      <p:sp>
        <p:nvSpPr>
          <p:cNvPr id="7" name="Slide Number Placeholder 6"/>
          <p:cNvSpPr>
            <a:spLocks noGrp="1"/>
          </p:cNvSpPr>
          <p:nvPr>
            <p:ph type="sldNum" sz="quarter" idx="5"/>
          </p:nvPr>
        </p:nvSpPr>
        <p:spPr>
          <a:xfrm>
            <a:off x="3855843" y="9440649"/>
            <a:ext cx="2949787" cy="496967"/>
          </a:xfrm>
          <a:prstGeom prst="rect">
            <a:avLst/>
          </a:prstGeom>
        </p:spPr>
        <p:txBody>
          <a:bodyPr vert="horz" lIns="92184" tIns="46094" rIns="92184" bIns="46094" rtlCol="0" anchor="b"/>
          <a:lstStyle>
            <a:lvl1pPr algn="r">
              <a:defRPr sz="1300"/>
            </a:lvl1pPr>
          </a:lstStyle>
          <a:p>
            <a:fld id="{D08238E9-152F-45AF-951B-BDF36953B69C}"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9D3B0B64-F3AF-5A40-A67B-118BF217E4E1}" type="slidenum">
              <a:rPr kumimoji="1"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kumimoji="1" lang="zh-CN" altLang="en-US" dirty="0"/>
              <a:t>章节过渡页</a:t>
            </a:r>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9D3B0B64-F3AF-5A40-A67B-118BF217E4E1}" type="slidenum">
              <a:rPr kumimoji="1" lang="zh-CN" altLang="en-US" sz="1200" b="0" i="0" u="none" strike="noStrike" kern="1200" cap="none" spc="0" normalizeH="0" baseline="0" noProof="1" smtClean="0">
                <a:ln>
                  <a:noFill/>
                </a:ln>
                <a:solidFill>
                  <a:prstClr val="black"/>
                </a:solidFill>
                <a:effectLst/>
                <a:uLnTx/>
                <a:uFillTx/>
                <a:latin typeface="Calibri" panose="020F0502020204030204"/>
                <a:ea typeface="宋体" pitchFamily="2" charset="-122"/>
                <a:cs typeface="+mn-cs"/>
              </a:rPr>
            </a:fld>
            <a:endParaRPr kumimoji="1" lang="zh-CN" altLang="en-US" sz="1200" b="0" i="0" u="none" strike="noStrike" kern="1200" cap="none" spc="0" normalizeH="0" baseline="0" noProof="1">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lang="zh-CN" altLang="en-US" dirty="0"/>
              <a:t>校招</a:t>
            </a:r>
            <a:r>
              <a:rPr lang="en-US" altLang="zh-CN" dirty="0"/>
              <a:t> </a:t>
            </a:r>
            <a:r>
              <a:rPr lang="zh-CN" altLang="en-US" dirty="0"/>
              <a:t>中南大学</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kumimoji="1" lang="zh-CN" altLang="en-US" dirty="0"/>
              <a:t>章节过渡页</a:t>
            </a:r>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9D3B0B64-F3AF-5A40-A67B-118BF217E4E1}" type="slidenum">
              <a:rPr kumimoji="1" lang="zh-CN" altLang="en-US" sz="1200" b="0" i="0" u="none" strike="noStrike" kern="1200" cap="none" spc="0" normalizeH="0" baseline="0" noProof="1" smtClean="0">
                <a:ln>
                  <a:noFill/>
                </a:ln>
                <a:solidFill>
                  <a:prstClr val="black"/>
                </a:solidFill>
                <a:effectLst/>
                <a:uLnTx/>
                <a:uFillTx/>
                <a:latin typeface="Calibri" panose="020F0502020204030204"/>
                <a:ea typeface="宋体" pitchFamily="2" charset="-122"/>
                <a:cs typeface="+mn-cs"/>
              </a:rPr>
            </a:fld>
            <a:endParaRPr kumimoji="1" lang="zh-CN" altLang="en-US" sz="1200" b="0" i="0" u="none" strike="noStrike" kern="1200" cap="none" spc="0" normalizeH="0" baseline="0" noProof="1">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lang="zh-CN" altLang="en-US" dirty="0"/>
              <a:t>触达速度</a:t>
            </a:r>
            <a:r>
              <a:rPr lang="en-US" altLang="zh-CN" dirty="0"/>
              <a:t>  </a:t>
            </a:r>
            <a:r>
              <a:rPr lang="zh-CN" altLang="en-US" dirty="0"/>
              <a:t>极速群发缺点，</a:t>
            </a:r>
            <a:r>
              <a:rPr lang="en-US" altLang="zh-CN" dirty="0"/>
              <a:t> </a:t>
            </a:r>
            <a:r>
              <a:rPr lang="zh-CN" altLang="en-US" dirty="0"/>
              <a:t>次数，</a:t>
            </a:r>
            <a:r>
              <a:rPr lang="en-US" altLang="zh-CN" dirty="0"/>
              <a:t> </a:t>
            </a:r>
            <a:r>
              <a:rPr lang="zh-CN" altLang="en-US" dirty="0"/>
              <a:t>支持发送的类型邀请入群，</a:t>
            </a:r>
            <a:r>
              <a:rPr lang="en-US" altLang="zh-CN" dirty="0"/>
              <a:t> </a:t>
            </a:r>
            <a:r>
              <a:rPr lang="zh-CN" altLang="en-US" dirty="0"/>
              <a:t>视频号，</a:t>
            </a:r>
            <a:r>
              <a:rPr lang="zh-CN" altLang="en-US" dirty="0"/>
              <a:t>语音等</a:t>
            </a:r>
            <a:endParaRPr lang="zh-CN" altLang="en-US" dirty="0"/>
          </a:p>
          <a:p>
            <a:r>
              <a:rPr lang="en-US" altLang="zh-CN" dirty="0"/>
              <a:t>2. </a:t>
            </a:r>
            <a:r>
              <a:rPr lang="zh-CN" altLang="en-US" dirty="0"/>
              <a:t>直方图</a:t>
            </a:r>
            <a:r>
              <a:rPr lang="en-US" altLang="zh-CN" dirty="0"/>
              <a:t> </a:t>
            </a:r>
            <a:r>
              <a:rPr lang="zh-CN" altLang="en-US" dirty="0"/>
              <a:t>发送耗时，</a:t>
            </a:r>
            <a:r>
              <a:rPr lang="en-US" altLang="zh-CN" dirty="0"/>
              <a:t> </a:t>
            </a:r>
            <a:r>
              <a:rPr lang="zh-CN" altLang="en-US" dirty="0"/>
              <a:t>试验</a:t>
            </a:r>
            <a:r>
              <a:rPr lang="zh-CN" altLang="en-US" dirty="0"/>
              <a:t>下</a:t>
            </a:r>
            <a:endParaRPr lang="zh-CN" altLang="en-US" dirty="0"/>
          </a:p>
          <a:p>
            <a:r>
              <a:rPr lang="en-US" altLang="zh-CN" dirty="0"/>
              <a:t>2. </a:t>
            </a:r>
            <a:r>
              <a:rPr lang="zh-CN" altLang="en-US" dirty="0"/>
              <a:t>好友申请，</a:t>
            </a:r>
            <a:r>
              <a:rPr lang="en-US" altLang="zh-CN" dirty="0"/>
              <a:t> </a:t>
            </a:r>
            <a:r>
              <a:rPr lang="zh-CN" altLang="en-US" dirty="0"/>
              <a:t>以前的只能使用统一的回复模版，</a:t>
            </a:r>
            <a:r>
              <a:rPr lang="en-US" altLang="zh-CN" dirty="0"/>
              <a:t> </a:t>
            </a:r>
            <a:r>
              <a:rPr lang="zh-CN" altLang="en-US" dirty="0"/>
              <a:t>根据好友来源去做响应的回复。可以针对性的进行回复。</a:t>
            </a:r>
            <a:r>
              <a:rPr lang="en-US" altLang="zh-CN" dirty="0"/>
              <a:t> 将流量来源渠道区分开，按不同渠道来源进行加好友用户分流，不同渠道用户进不同的群。</a:t>
            </a:r>
            <a:endParaRPr lang="en-US" altLang="zh-CN" dirty="0"/>
          </a:p>
          <a:p>
            <a:r>
              <a:rPr lang="zh-CN" altLang="en-US" dirty="0"/>
              <a:t>由于不同渠道后续运营策略有差异，因此渠道信息需要打在用户备注/标签上，便于后续推送过程进行筛选。</a:t>
            </a:r>
            <a:endParaRPr lang="zh-CN" altLang="en-US" dirty="0"/>
          </a:p>
          <a:p>
            <a:r>
              <a:rPr lang="en-US" altLang="zh-CN" dirty="0"/>
              <a:t>3.  原子团队目前做0转低，会给用户发低价课链接内容，对于点击了链接、输入手机号等用户动作需要进行上报，记录用户点击事件，便于进行二次运营，提高转化</a:t>
            </a:r>
            <a:endParaRPr lang="en-US" altLang="zh-CN" dirty="0"/>
          </a:p>
          <a:p>
            <a:r>
              <a:rPr lang="en-US" altLang="zh-CN" dirty="0"/>
              <a:t>4. crm发微信不支持跳端，无法使用语音极速群发等客户端的功能</a:t>
            </a:r>
            <a:r>
              <a:rPr lang="zh-CN" altLang="en-US" dirty="0"/>
              <a:t>，</a:t>
            </a:r>
            <a:r>
              <a:rPr lang="en-US" altLang="zh-CN" dirty="0"/>
              <a:t>  </a:t>
            </a:r>
            <a:r>
              <a:rPr lang="zh-CN" altLang="en-US" dirty="0"/>
              <a:t>占比多少</a:t>
            </a:r>
            <a:endParaRPr lang="en-US" altLang="zh-CN" dirty="0"/>
          </a:p>
          <a:p>
            <a:r>
              <a:rPr lang="en-US" altLang="zh-CN" dirty="0"/>
              <a:t>5. 途途原子对于语音等内容，需要提前准备好，因为在正式上课期间，现场录制对环境要求较高，需要花费时间较久，因此新增模板功能，让老师提前储备语音材料；</a:t>
            </a:r>
            <a:endParaRPr lang="en-US" altLang="zh-CN" dirty="0"/>
          </a:p>
          <a:p>
            <a:r>
              <a:rPr lang="en-US" altLang="zh-CN" dirty="0"/>
              <a:t>6. </a:t>
            </a:r>
            <a:r>
              <a:rPr lang="zh-CN" altLang="en-US" dirty="0"/>
              <a:t>极速群发容易失败</a:t>
            </a:r>
            <a:endParaRPr lang="zh-CN" altLang="en-US" dirty="0"/>
          </a:p>
          <a:p>
            <a:r>
              <a:rPr lang="en-US" altLang="zh-CN" dirty="0"/>
              <a:t>7. 通过用户事件及标签对用户进行分层群发，提高用户活跃和转化。</a:t>
            </a:r>
            <a:endParaRPr lang="en-US" altLang="zh-CN" dirty="0"/>
          </a:p>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lang="zh-CN" altLang="en-US" dirty="0"/>
              <a:t>线程池非常多，</a:t>
            </a:r>
            <a:r>
              <a:rPr lang="en-US" altLang="zh-CN" dirty="0"/>
              <a:t>  </a:t>
            </a:r>
            <a:r>
              <a:rPr lang="zh-CN" altLang="en-US" dirty="0"/>
              <a:t>线程池监控参数，</a:t>
            </a:r>
            <a:r>
              <a:rPr lang="en-US" altLang="zh-CN" dirty="0"/>
              <a:t> </a:t>
            </a:r>
            <a:r>
              <a:rPr lang="zh-CN" altLang="en-US" dirty="0"/>
              <a:t>核心线程数，</a:t>
            </a:r>
            <a:r>
              <a:rPr lang="zh-CN" altLang="en-US" dirty="0"/>
              <a:t>队列数</a:t>
            </a:r>
            <a:endParaRPr lang="zh-CN" altLang="en-US" dirty="0"/>
          </a:p>
          <a:p>
            <a:r>
              <a:rPr lang="en-US" altLang="zh-CN" dirty="0"/>
              <a:t>2. Mqtt</a:t>
            </a:r>
            <a:r>
              <a:rPr lang="zh-CN" altLang="en-US" dirty="0"/>
              <a:t>连接</a:t>
            </a:r>
            <a:r>
              <a:rPr lang="zh-CN" altLang="en-US" dirty="0"/>
              <a:t>稳定性，</a:t>
            </a:r>
            <a:endParaRPr lang="zh-CN" altLang="en-US" dirty="0"/>
          </a:p>
          <a:p>
            <a:endParaRPr lang="zh-CN" altLang="en-US" dirty="0"/>
          </a:p>
          <a:p>
            <a:r>
              <a:rPr lang="zh-CN" altLang="en-US" dirty="0"/>
              <a:t>用户行为筛选，</a:t>
            </a:r>
            <a:r>
              <a:rPr lang="en-US" altLang="zh-CN" dirty="0"/>
              <a:t> </a:t>
            </a:r>
            <a:r>
              <a:rPr lang="zh-CN" altLang="en-US" dirty="0"/>
              <a:t>事件</a:t>
            </a:r>
            <a:r>
              <a:rPr lang="en-US" altLang="zh-CN" dirty="0"/>
              <a:t> </a:t>
            </a:r>
            <a:r>
              <a:rPr lang="zh-CN" altLang="en-US" dirty="0"/>
              <a:t>异或模型</a:t>
            </a:r>
            <a:r>
              <a:rPr lang="en-US" altLang="zh-CN" dirty="0"/>
              <a:t>  Aor</a:t>
            </a:r>
            <a:r>
              <a:rPr lang="en-US" altLang="zh-CN" dirty="0"/>
              <a:t>B </a:t>
            </a:r>
            <a:endParaRPr lang="en-US"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提升了速度</a:t>
            </a:r>
            <a:r>
              <a:rPr lang="en-US" altLang="zh-CN" dirty="0"/>
              <a:t> </a:t>
            </a:r>
            <a:r>
              <a:rPr lang="zh-CN" altLang="en-US" dirty="0"/>
              <a:t>，直方图，</a:t>
            </a:r>
            <a:r>
              <a:rPr lang="en-US" altLang="zh-CN" dirty="0"/>
              <a:t> </a:t>
            </a:r>
            <a:r>
              <a:rPr lang="zh-CN" altLang="en-US" dirty="0"/>
              <a:t>平均</a:t>
            </a:r>
            <a:endParaRPr lang="zh-CN" altLang="en-US" dirty="0"/>
          </a:p>
          <a:p>
            <a:r>
              <a:rPr lang="zh-CN" altLang="en-US" dirty="0"/>
              <a:t>同样</a:t>
            </a:r>
            <a:r>
              <a:rPr lang="en-US" altLang="zh-CN" dirty="0"/>
              <a:t>10000</a:t>
            </a:r>
            <a:r>
              <a:rPr lang="zh-CN" altLang="en-US" dirty="0"/>
              <a:t>个</a:t>
            </a:r>
            <a:r>
              <a:rPr lang="zh-CN" altLang="en-US" dirty="0"/>
              <a:t>任务</a:t>
            </a:r>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lang="zh-CN" altLang="en-US" dirty="0">
                <a:sym typeface="+mn-ea"/>
              </a:rPr>
              <a:t>以前的只能使用统一的回复模版，</a:t>
            </a:r>
            <a:r>
              <a:rPr lang="en-US" altLang="zh-CN" dirty="0">
                <a:sym typeface="+mn-ea"/>
              </a:rPr>
              <a:t> </a:t>
            </a:r>
            <a:r>
              <a:rPr lang="zh-CN" altLang="en-US" dirty="0">
                <a:sym typeface="+mn-ea"/>
              </a:rPr>
              <a:t>根据好友来源去做响应的回复。可以针对性的进行回复。</a:t>
            </a:r>
            <a:r>
              <a:rPr lang="en-US" altLang="zh-CN" dirty="0">
                <a:sym typeface="+mn-ea"/>
              </a:rPr>
              <a:t> 将流量来源渠道区分开，按不同渠道来源进行加好友用户分流，不同渠道用户进不同的群。</a:t>
            </a:r>
            <a:endParaRPr lang="en-US" altLang="zh-CN" dirty="0"/>
          </a:p>
          <a:p>
            <a:endParaRPr lang="en-US" altLang="zh-CN" dirty="0"/>
          </a:p>
          <a:p>
            <a:r>
              <a:rPr lang="en-US" altLang="zh-CN" dirty="0"/>
              <a:t>2.</a:t>
            </a:r>
            <a:r>
              <a:rPr lang="zh-CN" altLang="en-US" dirty="0"/>
              <a:t>通过</a:t>
            </a:r>
            <a:r>
              <a:rPr lang="en-US" altLang="zh-CN" dirty="0"/>
              <a:t>Mq</a:t>
            </a:r>
            <a:r>
              <a:rPr lang="zh-CN" altLang="en-US" dirty="0"/>
              <a:t>的重试机制</a:t>
            </a:r>
            <a:r>
              <a:rPr lang="en-US" altLang="zh-CN" dirty="0"/>
              <a:t>+redis</a:t>
            </a:r>
            <a:r>
              <a:rPr lang="zh-CN" altLang="en-US" dirty="0"/>
              <a:t>全局缓存，</a:t>
            </a:r>
            <a:r>
              <a:rPr lang="en-US" altLang="zh-CN" dirty="0"/>
              <a:t> </a:t>
            </a:r>
            <a:r>
              <a:rPr lang="zh-CN" altLang="en-US" dirty="0"/>
              <a:t>只重试两次（抛出特定异常），不会影响未使用此功能的用户，对于使用该功能的用户，也只有在极少数的情况下延时</a:t>
            </a:r>
            <a:r>
              <a:rPr lang="en-US" altLang="zh-CN" dirty="0"/>
              <a:t>40s </a:t>
            </a:r>
            <a:r>
              <a:rPr lang="zh-CN" altLang="en-US" dirty="0"/>
              <a:t>（</a:t>
            </a:r>
            <a:r>
              <a:rPr lang="en-US" altLang="zh-CN" dirty="0"/>
              <a:t>10+30</a:t>
            </a:r>
            <a:r>
              <a:rPr lang="zh-CN" altLang="en-US" dirty="0"/>
              <a:t>）</a:t>
            </a:r>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a:t>
            </a:r>
            <a:r>
              <a:rPr lang="en-US" altLang="zh-CN" dirty="0"/>
              <a:t>Mq</a:t>
            </a:r>
            <a:r>
              <a:rPr lang="zh-CN" altLang="en-US" dirty="0"/>
              <a:t>的重试机制</a:t>
            </a:r>
            <a:r>
              <a:rPr lang="en-US" altLang="zh-CN" dirty="0"/>
              <a:t>+redis</a:t>
            </a:r>
            <a:r>
              <a:rPr lang="zh-CN" altLang="en-US" dirty="0"/>
              <a:t>全局缓存，</a:t>
            </a:r>
            <a:r>
              <a:rPr lang="en-US" altLang="zh-CN" dirty="0"/>
              <a:t> </a:t>
            </a:r>
            <a:r>
              <a:rPr lang="zh-CN" altLang="en-US" dirty="0"/>
              <a:t>只重试两次（抛出特定异常），不会影响未使用此功能的用户，对于使用该功能的用户，也只有在极少数的情况下延时</a:t>
            </a:r>
            <a:r>
              <a:rPr lang="en-US" altLang="zh-CN" dirty="0"/>
              <a:t>40s </a:t>
            </a:r>
            <a:r>
              <a:rPr lang="zh-CN" altLang="en-US" dirty="0"/>
              <a:t>（</a:t>
            </a:r>
            <a:r>
              <a:rPr lang="en-US" altLang="zh-CN" dirty="0"/>
              <a:t>10+30</a:t>
            </a:r>
            <a:r>
              <a:rPr lang="zh-CN" altLang="en-US" dirty="0"/>
              <a:t>）</a:t>
            </a:r>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a:t>
            </a:r>
            <a:r>
              <a:rPr lang="en-US" altLang="zh-CN" dirty="0"/>
              <a:t>Mq</a:t>
            </a:r>
            <a:r>
              <a:rPr lang="zh-CN" altLang="en-US" dirty="0"/>
              <a:t>的重试机制</a:t>
            </a:r>
            <a:r>
              <a:rPr lang="en-US" altLang="zh-CN" dirty="0"/>
              <a:t>+redis</a:t>
            </a:r>
            <a:r>
              <a:rPr lang="zh-CN" altLang="en-US" dirty="0"/>
              <a:t>全局缓存，</a:t>
            </a:r>
            <a:r>
              <a:rPr lang="en-US" altLang="zh-CN" dirty="0"/>
              <a:t> </a:t>
            </a:r>
            <a:r>
              <a:rPr lang="zh-CN" altLang="en-US" dirty="0"/>
              <a:t>只重试两次（抛出特定异常），不会影响未使用此功能的用户，对于使用该功能的用户，也只有在极少数的情况下延时</a:t>
            </a:r>
            <a:r>
              <a:rPr lang="en-US" altLang="zh-CN" dirty="0"/>
              <a:t>40s </a:t>
            </a:r>
            <a:r>
              <a:rPr lang="zh-CN" altLang="en-US" dirty="0"/>
              <a:t>（</a:t>
            </a:r>
            <a:r>
              <a:rPr lang="en-US" altLang="zh-CN" dirty="0"/>
              <a:t>10+30</a:t>
            </a:r>
            <a:r>
              <a:rPr lang="zh-CN" altLang="en-US" dirty="0"/>
              <a:t>）</a:t>
            </a:r>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a:t>
            </a:r>
            <a:r>
              <a:rPr lang="en-US" altLang="zh-CN" dirty="0"/>
              <a:t>Mq</a:t>
            </a:r>
            <a:r>
              <a:rPr lang="zh-CN" altLang="en-US" dirty="0"/>
              <a:t>的重试机制</a:t>
            </a:r>
            <a:r>
              <a:rPr lang="en-US" altLang="zh-CN" dirty="0"/>
              <a:t>+redis</a:t>
            </a:r>
            <a:r>
              <a:rPr lang="zh-CN" altLang="en-US" dirty="0"/>
              <a:t>全局缓存，</a:t>
            </a:r>
            <a:r>
              <a:rPr lang="en-US" altLang="zh-CN" dirty="0"/>
              <a:t> </a:t>
            </a:r>
            <a:r>
              <a:rPr lang="zh-CN" altLang="en-US" dirty="0"/>
              <a:t>只重试两次（抛出特定异常），不会影响未使用此功能的用户，对于使用该功能的用户，也只有在极少数的情况下延时</a:t>
            </a:r>
            <a:r>
              <a:rPr lang="en-US" altLang="zh-CN" dirty="0"/>
              <a:t>40s </a:t>
            </a:r>
            <a:r>
              <a:rPr lang="zh-CN" altLang="en-US" dirty="0"/>
              <a:t>（</a:t>
            </a:r>
            <a:r>
              <a:rPr lang="en-US" altLang="zh-CN" dirty="0"/>
              <a:t>10+30</a:t>
            </a:r>
            <a:r>
              <a:rPr lang="zh-CN" altLang="en-US" dirty="0"/>
              <a:t>）</a:t>
            </a:r>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a:t>
            </a:r>
            <a:r>
              <a:rPr lang="en-US" altLang="zh-CN" dirty="0"/>
              <a:t>Mq</a:t>
            </a:r>
            <a:r>
              <a:rPr lang="zh-CN" altLang="en-US" dirty="0"/>
              <a:t>的重试机制</a:t>
            </a:r>
            <a:r>
              <a:rPr lang="en-US" altLang="zh-CN" dirty="0"/>
              <a:t>+redis</a:t>
            </a:r>
            <a:r>
              <a:rPr lang="zh-CN" altLang="en-US" dirty="0"/>
              <a:t>全局缓存，</a:t>
            </a:r>
            <a:r>
              <a:rPr lang="en-US" altLang="zh-CN" dirty="0"/>
              <a:t> </a:t>
            </a:r>
            <a:r>
              <a:rPr lang="zh-CN" altLang="en-US" dirty="0"/>
              <a:t>只重试两次（抛出特定异常），不会影响未使用此功能的用户，对于使用该功能的用户，也只有在极少数的情况下延时</a:t>
            </a:r>
            <a:r>
              <a:rPr lang="en-US" altLang="zh-CN" dirty="0"/>
              <a:t>40s </a:t>
            </a:r>
            <a:r>
              <a:rPr lang="zh-CN" altLang="en-US" dirty="0"/>
              <a:t>（</a:t>
            </a:r>
            <a:r>
              <a:rPr lang="en-US" altLang="zh-CN" dirty="0"/>
              <a:t>10+30</a:t>
            </a:r>
            <a:r>
              <a:rPr lang="zh-CN" altLang="en-US" dirty="0"/>
              <a:t>）</a:t>
            </a:r>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dirty="0"/>
              <a:t>这会在系统负载较低时节省资源，但在高并发情况下可能会导致请求无法及时处理，并且由于队列数较小，可能会导致请求丢弃。</a:t>
            </a:r>
            <a:endParaRPr dirty="0"/>
          </a:p>
          <a:p>
            <a:r>
              <a:rPr lang="en-US" altLang="zh-CN" dirty="0"/>
              <a:t>2. 这同样能在低负载时节省资源，而且在高并发情况下可以有更多的请求加入队列等待处理，但如果队列中请求过多，可能会导致响应延迟增加。</a:t>
            </a:r>
            <a:endParaRPr lang="en-US" altLang="zh-CN" dirty="0"/>
          </a:p>
          <a:p>
            <a:r>
              <a:rPr lang="en-US" altLang="zh-CN" dirty="0"/>
              <a:t>3. 这可以在高并发情况下提高系统的处理能力，但在低负载时可能会浪费资源，而且队列数较小会导致无法处理的请求被丢弃。</a:t>
            </a:r>
            <a:endParaRPr lang="en-US" altLang="zh-CN" dirty="0"/>
          </a:p>
          <a:p>
            <a:r>
              <a:rPr lang="en-US" altLang="zh-CN" dirty="0"/>
              <a:t>4. 这在高并发情况下能保持较高的处理能力，并且可以接受更多的请求放入队列等待处理，但在低负载时可能会浪费较多资源，而且如果队列中请求过多，可能会导致响应延迟增加。</a:t>
            </a:r>
            <a:endParaRPr lang="en-US" altLang="zh-CN" dirty="0"/>
          </a:p>
          <a:p>
            <a:endParaRPr lang="en-US"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dirty="0"/>
              <a:t>这会在系统负载较低时节省资源，但在高并发情况下可能会导致请求无法及时处理，并且由于队列数较小，可能会导致请求丢弃。</a:t>
            </a:r>
            <a:endParaRPr dirty="0"/>
          </a:p>
          <a:p>
            <a:r>
              <a:rPr lang="en-US" altLang="zh-CN" dirty="0"/>
              <a:t>2. 这同样能在低负载时节省资源，而且在高并发情况下可以有更多的请求加入队列等待处理，但如果队列中请求过多，可能会导致响应延迟增加。</a:t>
            </a:r>
            <a:endParaRPr lang="en-US" altLang="zh-CN" dirty="0"/>
          </a:p>
          <a:p>
            <a:r>
              <a:rPr lang="en-US" altLang="zh-CN" dirty="0"/>
              <a:t>3. 这可以在高并发情况下提高系统的处理能力，但在低负载时可能会浪费资源，而且队列数较小会导致无法处理的请求被丢弃。</a:t>
            </a:r>
            <a:endParaRPr lang="en-US" altLang="zh-CN" dirty="0"/>
          </a:p>
          <a:p>
            <a:r>
              <a:rPr lang="en-US" altLang="zh-CN" dirty="0"/>
              <a:t>4. 这在高并发情况下能保持较高的处理能力，并且可以接受更多的请求放入队列等待处理，但在低负载时可能会浪费较多资源，而且如果队列中请求过多，可能会导致响应延迟增加。</a:t>
            </a:r>
            <a:endParaRPr lang="en-US" altLang="zh-CN" dirty="0"/>
          </a:p>
          <a:p>
            <a:endParaRPr lang="en-US"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kumimoji="1" lang="zh-CN" altLang="en-US" dirty="0"/>
              <a:t>章节过渡页</a:t>
            </a:r>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9D3B0B64-F3AF-5A40-A67B-118BF217E4E1}" type="slidenum">
              <a:rPr kumimoji="1" lang="zh-CN" altLang="en-US" sz="1200" b="0" i="0" u="none" strike="noStrike" kern="1200" cap="none" spc="0" normalizeH="0" baseline="0" noProof="1" smtClean="0">
                <a:ln>
                  <a:noFill/>
                </a:ln>
                <a:solidFill>
                  <a:prstClr val="black"/>
                </a:solidFill>
                <a:effectLst/>
                <a:uLnTx/>
                <a:uFillTx/>
                <a:latin typeface="Calibri" panose="020F0502020204030204"/>
                <a:ea typeface="宋体" pitchFamily="2" charset="-122"/>
                <a:cs typeface="+mn-cs"/>
              </a:rPr>
            </a:fld>
            <a:endParaRPr kumimoji="1" lang="zh-CN" altLang="en-US" sz="1200" b="0" i="0" u="none" strike="noStrike" kern="1200" cap="none" spc="0" normalizeH="0" baseline="0" noProof="1">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effectLst/>
                <a:latin typeface="PingFang SC" panose="020B0400000000000000" pitchFamily="34" charset="-122"/>
                <a:ea typeface="PingFang SC" panose="020B0400000000000000" pitchFamily="34" charset="-122"/>
              </a:rPr>
              <a:t>稳定性最重要的一点就是成功率，但是还有别的内容，比如企微官方策略的变动导致我们要做的兼容逻辑</a:t>
            </a:r>
            <a:br>
              <a:rPr lang="en-US" altLang="zh-CN" dirty="0"/>
            </a:br>
            <a:r>
              <a:rPr lang="zh-CN" altLang="en-US" dirty="0"/>
              <a:t>一键分析机器人共性操作，快速验证风控策略，降低封禁风险，避免出现规模封禁，减少对业务的影响</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1. </a:t>
            </a:r>
            <a:r>
              <a:rPr lang="zh-CN" altLang="en-US" dirty="0"/>
              <a:t>哪些方面不好，</a:t>
            </a:r>
            <a:r>
              <a:rPr lang="en-US" altLang="zh-CN" dirty="0"/>
              <a:t> </a:t>
            </a:r>
            <a:r>
              <a:rPr lang="zh-CN" altLang="en-US" dirty="0"/>
              <a:t>通过什么手段提升，怎么</a:t>
            </a:r>
            <a:r>
              <a:rPr lang="zh-CN" altLang="en-US" dirty="0"/>
              <a:t>做好</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2. </a:t>
            </a:r>
            <a:r>
              <a:rPr lang="zh-CN" altLang="en-US" dirty="0">
                <a:sym typeface="+mn-ea"/>
              </a:rPr>
              <a:t>从哪些方面改进</a:t>
            </a:r>
            <a:r>
              <a:rPr lang="en-US" altLang="zh-CN" dirty="0">
                <a:sym typeface="+mn-ea"/>
              </a:rPr>
              <a:t>  </a:t>
            </a:r>
            <a:r>
              <a:rPr lang="zh-CN" altLang="en-US" dirty="0">
                <a:sym typeface="+mn-ea"/>
              </a:rPr>
              <a:t>细化</a:t>
            </a:r>
            <a:r>
              <a:rPr lang="en-US" altLang="zh-CN" dirty="0">
                <a:sym typeface="+mn-ea"/>
              </a:rPr>
              <a:t> </a:t>
            </a: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kumimoji="1" lang="zh-CN" altLang="en-US" dirty="0"/>
              <a:t>章节过渡页</a:t>
            </a:r>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ct val="0"/>
              </a:spcBef>
              <a:spcAft>
                <a:spcPct val="0"/>
              </a:spcAft>
              <a:buClrTx/>
              <a:buSzTx/>
              <a:buFontTx/>
              <a:buNone/>
              <a:defRPr/>
            </a:pPr>
            <a:fld id="{9D3B0B64-F3AF-5A40-A67B-118BF217E4E1}" type="slidenum">
              <a:rPr kumimoji="1" lang="zh-CN" altLang="en-US" sz="1200" b="0" i="0" u="none" strike="noStrike" kern="1200" cap="none" spc="0" normalizeH="0" baseline="0" noProof="1" smtClean="0">
                <a:ln>
                  <a:noFill/>
                </a:ln>
                <a:solidFill>
                  <a:prstClr val="black"/>
                </a:solidFill>
                <a:effectLst/>
                <a:uLnTx/>
                <a:uFillTx/>
                <a:latin typeface="Calibri" panose="020F0502020204030204"/>
                <a:ea typeface="宋体" pitchFamily="2" charset="-122"/>
                <a:cs typeface="+mn-cs"/>
              </a:rPr>
            </a:fld>
            <a:endParaRPr kumimoji="1" lang="zh-CN" altLang="en-US" sz="1200" b="0" i="0" u="none" strike="noStrike" kern="1200" cap="none" spc="0" normalizeH="0" baseline="0" noProof="1">
              <a:ln>
                <a:noFill/>
              </a:ln>
              <a:solidFill>
                <a:prstClr val="black"/>
              </a:solidFill>
              <a:effectLst/>
              <a:uLnTx/>
              <a:uFillTx/>
              <a:latin typeface="Calibri" panose="020F0502020204030204"/>
              <a:ea typeface="宋体" pitchFamily="2" charset="-122"/>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幻灯片编号占位符 5"/>
          <p:cNvSpPr>
            <a:spLocks noGrp="1"/>
          </p:cNvSpPr>
          <p:nvPr>
            <p:ph type="sldNum" sz="quarter" idx="4"/>
          </p:nvPr>
        </p:nvSpPr>
        <p:spPr>
          <a:xfrm>
            <a:off x="8731063" y="131108"/>
            <a:ext cx="2133600" cy="273844"/>
          </a:xfrm>
          <a:prstGeom prst="rect">
            <a:avLst/>
          </a:prstGeom>
        </p:spPr>
        <p:txBody>
          <a:bodyPr vert="horz" lIns="91440" tIns="45720" rIns="91440" bIns="45720" rtlCol="0" anchor="ctr"/>
          <a:lstStyle>
            <a:lvl1pPr algn="r">
              <a:defRPr sz="1200" b="1" i="0">
                <a:solidFill>
                  <a:schemeClr val="bg1"/>
                </a:solidFill>
                <a:latin typeface="微软雅黑" panose="020B0503020204020204" charset="-122"/>
                <a:ea typeface="微软雅黑" panose="020B0503020204020204" charset="-122"/>
              </a:defRPr>
            </a:lvl1pPr>
          </a:lstStyle>
          <a:p>
            <a:fld id="{696117D3-903E-B14F-A411-030FC4C66767}" type="slidenum">
              <a:rPr kumimoji="1" lang="zh-CN" altLang="en-US" smtClean="0"/>
            </a:fld>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Legal disclaimer">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3"/>
            <a:ext cx="10972800" cy="520700"/>
          </a:xfrm>
          <a:prstGeom prst="rect">
            <a:avLst/>
          </a:prstGeom>
        </p:spPr>
        <p:txBody>
          <a:bodyPr/>
          <a:lstStyle/>
          <a:p>
            <a:r>
              <a:rPr lang="en-US" altLang="zh-CN"/>
              <a:t>Click to edit Master title style</a:t>
            </a:r>
            <a:endParaRPr lang="en-US" dirty="0"/>
          </a:p>
        </p:txBody>
      </p:sp>
      <p:sp>
        <p:nvSpPr>
          <p:cNvPr id="3" name="Content Placeholder 2"/>
          <p:cNvSpPr>
            <a:spLocks noGrp="1"/>
          </p:cNvSpPr>
          <p:nvPr>
            <p:ph idx="1"/>
          </p:nvPr>
        </p:nvSpPr>
        <p:spPr>
          <a:xfrm>
            <a:off x="609600" y="3429000"/>
            <a:ext cx="10972800" cy="2667000"/>
          </a:xfrm>
        </p:spPr>
        <p:txBody>
          <a:bodyPr/>
          <a:lstStyle>
            <a:lvl1pPr>
              <a:buNone/>
              <a:defRPr/>
            </a:lvl1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dirty="0"/>
          </a:p>
        </p:txBody>
      </p:sp>
      <p:sp>
        <p:nvSpPr>
          <p:cNvPr id="4" name="幻灯片编号占位符 5"/>
          <p:cNvSpPr>
            <a:spLocks noGrp="1"/>
          </p:cNvSpPr>
          <p:nvPr>
            <p:ph type="sldNum" sz="quarter" idx="4"/>
          </p:nvPr>
        </p:nvSpPr>
        <p:spPr>
          <a:xfrm>
            <a:off x="8731063" y="131108"/>
            <a:ext cx="2133600" cy="273844"/>
          </a:xfrm>
          <a:prstGeom prst="rect">
            <a:avLst/>
          </a:prstGeom>
        </p:spPr>
        <p:txBody>
          <a:bodyPr vert="horz" lIns="91440" tIns="45720" rIns="91440" bIns="45720" rtlCol="0" anchor="ctr"/>
          <a:lstStyle>
            <a:lvl1pPr algn="r">
              <a:defRPr sz="1200" b="1" i="0">
                <a:solidFill>
                  <a:schemeClr val="bg1"/>
                </a:solidFill>
                <a:latin typeface="微软雅黑" panose="020B0503020204020204" charset="-122"/>
                <a:ea typeface="微软雅黑" panose="020B0503020204020204" charset="-122"/>
              </a:defRPr>
            </a:lvl1pPr>
          </a:lstStyle>
          <a:p>
            <a:fld id="{696117D3-903E-B14F-A411-030FC4C66767}" type="slidenum">
              <a:rPr kumimoji="1" lang="zh-CN" altLang="en-US" smtClean="0"/>
            </a:fld>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3"/>
            <a:ext cx="10972800" cy="520700"/>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609601" y="1144588"/>
            <a:ext cx="10972800" cy="4722812"/>
          </a:xfrm>
        </p:spPr>
        <p:txBody>
          <a:bodyPr/>
          <a:lstStyle>
            <a:lvl1pPr>
              <a:defRPr>
                <a:latin typeface="微软雅黑" panose="020B0503020204020204" charset="-122"/>
                <a:ea typeface="微软雅黑" panose="020B0503020204020204" charset="-122"/>
              </a:defRPr>
            </a:lvl1pPr>
            <a:lvl2pPr>
              <a:defRPr>
                <a:latin typeface="微软雅黑" panose="020B0503020204020204" charset="-122"/>
                <a:ea typeface="微软雅黑" panose="020B0503020204020204" charset="-122"/>
              </a:defRPr>
            </a:lvl2pPr>
            <a:lvl3pPr>
              <a:defRPr>
                <a:latin typeface="微软雅黑" panose="020B0503020204020204" charset="-122"/>
                <a:ea typeface="微软雅黑" panose="020B0503020204020204" charset="-122"/>
              </a:defRPr>
            </a:lvl3pPr>
            <a:lvl4pPr>
              <a:defRPr>
                <a:latin typeface="微软雅黑" panose="020B0503020204020204" charset="-122"/>
                <a:ea typeface="微软雅黑" panose="020B0503020204020204" charset="-122"/>
              </a:defRPr>
            </a:lvl4pPr>
            <a:lvl5pPr>
              <a:defRPr>
                <a:latin typeface="微软雅黑" panose="020B0503020204020204" charset="-122"/>
                <a:ea typeface="微软雅黑" panose="020B0503020204020204" charset="-122"/>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幻灯片编号占位符 5"/>
          <p:cNvSpPr>
            <a:spLocks noGrp="1"/>
          </p:cNvSpPr>
          <p:nvPr>
            <p:ph type="sldNum" sz="quarter" idx="4"/>
          </p:nvPr>
        </p:nvSpPr>
        <p:spPr>
          <a:xfrm>
            <a:off x="8731063" y="131108"/>
            <a:ext cx="2133600" cy="273844"/>
          </a:xfrm>
          <a:prstGeom prst="rect">
            <a:avLst/>
          </a:prstGeom>
        </p:spPr>
        <p:txBody>
          <a:bodyPr vert="horz" lIns="91440" tIns="45720" rIns="91440" bIns="45720" rtlCol="0" anchor="ctr"/>
          <a:lstStyle>
            <a:lvl1pPr algn="r">
              <a:defRPr sz="1200" b="1" i="0">
                <a:solidFill>
                  <a:schemeClr val="bg1"/>
                </a:solidFill>
                <a:latin typeface="微软雅黑" panose="020B0503020204020204" charset="-122"/>
                <a:ea typeface="微软雅黑" panose="020B0503020204020204" charset="-122"/>
              </a:defRPr>
            </a:lvl1pPr>
          </a:lstStyle>
          <a:p>
            <a:fld id="{696117D3-903E-B14F-A411-030FC4C66767}" type="slidenum">
              <a:rPr kumimoji="1" lang="zh-CN" altLang="en-US" smtClean="0"/>
            </a:fld>
            <a:endParaRPr kumimoji="1"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sub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44589"/>
            <a:ext cx="10972800" cy="4722812"/>
          </a:xfrm>
          <a:prstGeom prst="rect">
            <a:avLst/>
          </a:prstGeom>
        </p:spPr>
        <p:txBody>
          <a:bodyPr/>
          <a:lstStyle>
            <a:lvl2pPr marL="454025" indent="-219075">
              <a:defRPr/>
            </a:lvl2pPr>
            <a:lvl3pPr marL="692150" indent="-228600">
              <a:defRPr/>
            </a:lvl3pPr>
            <a:lvl4pPr marL="914400" indent="-225425">
              <a:defRPr/>
            </a:lvl4pPr>
            <a:lvl5pPr marL="1143000" indent="-231775">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itle 1"/>
          <p:cNvSpPr>
            <a:spLocks noGrp="1"/>
          </p:cNvSpPr>
          <p:nvPr>
            <p:ph type="title"/>
          </p:nvPr>
        </p:nvSpPr>
        <p:spPr>
          <a:xfrm>
            <a:off x="606426" y="223837"/>
            <a:ext cx="10972800" cy="520700"/>
          </a:xfrm>
          <a:prstGeom prst="rect">
            <a:avLst/>
          </a:prstGeom>
        </p:spPr>
        <p:txBody>
          <a:bodyPr/>
          <a:lstStyle/>
          <a:p>
            <a:r>
              <a:rPr lang="en-US"/>
              <a:t>Click to edit Master title style</a:t>
            </a:r>
            <a:endParaRPr lang="en-US"/>
          </a:p>
        </p:txBody>
      </p:sp>
      <p:sp>
        <p:nvSpPr>
          <p:cNvPr id="4" name="幻灯片编号占位符 5"/>
          <p:cNvSpPr>
            <a:spLocks noGrp="1"/>
          </p:cNvSpPr>
          <p:nvPr>
            <p:ph type="sldNum" sz="quarter" idx="4"/>
          </p:nvPr>
        </p:nvSpPr>
        <p:spPr>
          <a:xfrm>
            <a:off x="8731063" y="131108"/>
            <a:ext cx="2133600" cy="273844"/>
          </a:xfrm>
          <a:prstGeom prst="rect">
            <a:avLst/>
          </a:prstGeom>
        </p:spPr>
        <p:txBody>
          <a:bodyPr vert="horz" lIns="91440" tIns="45720" rIns="91440" bIns="45720" rtlCol="0" anchor="ctr"/>
          <a:lstStyle>
            <a:lvl1pPr algn="r">
              <a:defRPr sz="1200" b="1" i="0">
                <a:solidFill>
                  <a:schemeClr val="bg1"/>
                </a:solidFill>
                <a:latin typeface="微软雅黑" panose="020B0503020204020204" charset="-122"/>
                <a:ea typeface="微软雅黑" panose="020B0503020204020204" charset="-122"/>
              </a:defRPr>
            </a:lvl1pPr>
          </a:lstStyle>
          <a:p>
            <a:fld id="{696117D3-903E-B14F-A411-030FC4C66767}" type="slidenum">
              <a:rPr kumimoji="1" lang="zh-CN" altLang="en-US" smtClean="0"/>
            </a:fld>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3"/>
            <a:ext cx="10972800" cy="520700"/>
          </a:xfrm>
          <a:prstGeom prst="rect">
            <a:avLst/>
          </a:prstGeom>
        </p:spPr>
        <p:txBody>
          <a:bodyPr/>
          <a:lstStyle/>
          <a:p>
            <a:r>
              <a:rPr lang="en-US"/>
              <a:t>Click to edit Master title style</a:t>
            </a:r>
            <a:endParaRPr lang="en-US"/>
          </a:p>
        </p:txBody>
      </p:sp>
      <p:sp>
        <p:nvSpPr>
          <p:cNvPr id="3" name="幻灯片编号占位符 5"/>
          <p:cNvSpPr>
            <a:spLocks noGrp="1"/>
          </p:cNvSpPr>
          <p:nvPr>
            <p:ph type="sldNum" sz="quarter" idx="4"/>
          </p:nvPr>
        </p:nvSpPr>
        <p:spPr>
          <a:xfrm>
            <a:off x="8731063" y="131108"/>
            <a:ext cx="2133600" cy="273844"/>
          </a:xfrm>
          <a:prstGeom prst="rect">
            <a:avLst/>
          </a:prstGeom>
        </p:spPr>
        <p:txBody>
          <a:bodyPr vert="horz" lIns="91440" tIns="45720" rIns="91440" bIns="45720" rtlCol="0" anchor="ctr"/>
          <a:lstStyle>
            <a:lvl1pPr algn="r">
              <a:defRPr sz="1200" b="1" i="0">
                <a:solidFill>
                  <a:schemeClr val="bg1"/>
                </a:solidFill>
                <a:latin typeface="微软雅黑" panose="020B0503020204020204" charset="-122"/>
                <a:ea typeface="微软雅黑" panose="020B0503020204020204" charset="-122"/>
              </a:defRPr>
            </a:lvl1pPr>
          </a:lstStyle>
          <a:p>
            <a:fld id="{696117D3-903E-B14F-A411-030FC4C66767}" type="slidenum">
              <a:rPr kumimoji="1" lang="zh-CN" altLang="en-US" smtClean="0"/>
            </a:fld>
            <a:endParaRPr kumimoji="1"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幻灯片编号占位符 5"/>
          <p:cNvSpPr>
            <a:spLocks noGrp="1"/>
          </p:cNvSpPr>
          <p:nvPr>
            <p:ph type="sldNum" sz="quarter" idx="4"/>
          </p:nvPr>
        </p:nvSpPr>
        <p:spPr>
          <a:xfrm>
            <a:off x="8731063" y="131108"/>
            <a:ext cx="2133600" cy="273844"/>
          </a:xfrm>
          <a:prstGeom prst="rect">
            <a:avLst/>
          </a:prstGeom>
        </p:spPr>
        <p:txBody>
          <a:bodyPr vert="horz" lIns="91440" tIns="45720" rIns="91440" bIns="45720" rtlCol="0" anchor="ctr"/>
          <a:lstStyle>
            <a:lvl1pPr algn="r">
              <a:defRPr sz="1200" b="1" i="0">
                <a:solidFill>
                  <a:schemeClr val="bg1"/>
                </a:solidFill>
                <a:latin typeface="微软雅黑" panose="020B0503020204020204" charset="-122"/>
                <a:ea typeface="微软雅黑" panose="020B0503020204020204" charset="-122"/>
              </a:defRPr>
            </a:lvl1pPr>
          </a:lstStyle>
          <a:p>
            <a:fld id="{696117D3-903E-B14F-A411-030FC4C66767}" type="slidenum">
              <a:rPr kumimoji="1" lang="zh-CN" altLang="en-US" smtClean="0"/>
            </a:fld>
            <a:endParaRPr kumimoji="1"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Legal disclaimer">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3"/>
            <a:ext cx="10972800" cy="520700"/>
          </a:xfrm>
          <a:prstGeom prst="rect">
            <a:avLst/>
          </a:prstGeom>
        </p:spPr>
        <p:txBody>
          <a:bodyPr/>
          <a:lstStyle/>
          <a:p>
            <a:r>
              <a:rPr lang="en-US" altLang="zh-CN"/>
              <a:t>Click to edit Master title style</a:t>
            </a:r>
            <a:endParaRPr lang="en-US" dirty="0"/>
          </a:p>
        </p:txBody>
      </p:sp>
      <p:sp>
        <p:nvSpPr>
          <p:cNvPr id="3" name="Content Placeholder 2"/>
          <p:cNvSpPr>
            <a:spLocks noGrp="1"/>
          </p:cNvSpPr>
          <p:nvPr>
            <p:ph idx="1"/>
          </p:nvPr>
        </p:nvSpPr>
        <p:spPr>
          <a:xfrm>
            <a:off x="609600" y="3429000"/>
            <a:ext cx="10972800" cy="2667000"/>
          </a:xfrm>
        </p:spPr>
        <p:txBody>
          <a:bodyPr/>
          <a:lstStyle>
            <a:lvl1pPr>
              <a:buNone/>
              <a:defRPr/>
            </a:lvl1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dirty="0"/>
          </a:p>
        </p:txBody>
      </p:sp>
      <p:sp>
        <p:nvSpPr>
          <p:cNvPr id="4" name="幻灯片编号占位符 5"/>
          <p:cNvSpPr>
            <a:spLocks noGrp="1"/>
          </p:cNvSpPr>
          <p:nvPr>
            <p:ph type="sldNum" sz="quarter" idx="4"/>
          </p:nvPr>
        </p:nvSpPr>
        <p:spPr>
          <a:xfrm>
            <a:off x="8731063" y="131108"/>
            <a:ext cx="2133600" cy="273844"/>
          </a:xfrm>
          <a:prstGeom prst="rect">
            <a:avLst/>
          </a:prstGeom>
        </p:spPr>
        <p:txBody>
          <a:bodyPr vert="horz" lIns="91440" tIns="45720" rIns="91440" bIns="45720" rtlCol="0" anchor="ctr"/>
          <a:lstStyle>
            <a:lvl1pPr algn="r">
              <a:defRPr sz="1200" b="1" i="0">
                <a:solidFill>
                  <a:schemeClr val="bg1"/>
                </a:solidFill>
                <a:latin typeface="微软雅黑" panose="020B0503020204020204" charset="-122"/>
                <a:ea typeface="微软雅黑" panose="020B0503020204020204" charset="-122"/>
              </a:defRPr>
            </a:lvl1pPr>
          </a:lstStyle>
          <a:p>
            <a:fld id="{696117D3-903E-B14F-A411-030FC4C66767}" type="slidenum">
              <a:rPr kumimoji="1" lang="zh-CN" altLang="en-US" smtClean="0"/>
            </a:fld>
            <a:endParaRPr kumimoji="1"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3"/>
            <a:ext cx="10972800" cy="520700"/>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609601" y="1144588"/>
            <a:ext cx="10972800" cy="4722812"/>
          </a:xfrm>
        </p:spPr>
        <p:txBody>
          <a:bodyPr/>
          <a:lstStyle>
            <a:lvl1pPr>
              <a:defRPr>
                <a:latin typeface="微软雅黑" panose="020B0503020204020204" charset="-122"/>
                <a:ea typeface="微软雅黑" panose="020B0503020204020204" charset="-122"/>
              </a:defRPr>
            </a:lvl1pPr>
            <a:lvl2pPr>
              <a:defRPr>
                <a:latin typeface="微软雅黑" panose="020B0503020204020204" charset="-122"/>
                <a:ea typeface="微软雅黑" panose="020B0503020204020204" charset="-122"/>
              </a:defRPr>
            </a:lvl2pPr>
            <a:lvl3pPr>
              <a:defRPr>
                <a:latin typeface="微软雅黑" panose="020B0503020204020204" charset="-122"/>
                <a:ea typeface="微软雅黑" panose="020B0503020204020204" charset="-122"/>
              </a:defRPr>
            </a:lvl3pPr>
            <a:lvl4pPr>
              <a:defRPr>
                <a:latin typeface="微软雅黑" panose="020B0503020204020204" charset="-122"/>
                <a:ea typeface="微软雅黑" panose="020B0503020204020204" charset="-122"/>
              </a:defRPr>
            </a:lvl4pPr>
            <a:lvl5pPr>
              <a:defRPr>
                <a:latin typeface="微软雅黑" panose="020B0503020204020204" charset="-122"/>
                <a:ea typeface="微软雅黑" panose="020B0503020204020204" charset="-122"/>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幻灯片编号占位符 5"/>
          <p:cNvSpPr>
            <a:spLocks noGrp="1"/>
          </p:cNvSpPr>
          <p:nvPr>
            <p:ph type="sldNum" sz="quarter" idx="4"/>
          </p:nvPr>
        </p:nvSpPr>
        <p:spPr>
          <a:xfrm>
            <a:off x="8731063" y="131108"/>
            <a:ext cx="2133600" cy="273844"/>
          </a:xfrm>
          <a:prstGeom prst="rect">
            <a:avLst/>
          </a:prstGeom>
        </p:spPr>
        <p:txBody>
          <a:bodyPr vert="horz" lIns="91440" tIns="45720" rIns="91440" bIns="45720" rtlCol="0" anchor="ctr"/>
          <a:lstStyle>
            <a:lvl1pPr algn="r">
              <a:defRPr sz="1200" b="1" i="0">
                <a:solidFill>
                  <a:schemeClr val="bg1"/>
                </a:solidFill>
                <a:latin typeface="微软雅黑" panose="020B0503020204020204" charset="-122"/>
                <a:ea typeface="微软雅黑" panose="020B0503020204020204" charset="-122"/>
              </a:defRPr>
            </a:lvl1pPr>
          </a:lstStyle>
          <a:p>
            <a:fld id="{696117D3-903E-B14F-A411-030FC4C66767}" type="slidenum">
              <a:rPr kumimoji="1" lang="zh-CN" altLang="en-US" smtClean="0"/>
            </a:fld>
            <a:endParaRPr kumimoji="1"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ub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44589"/>
            <a:ext cx="10972800" cy="4722812"/>
          </a:xfrm>
          <a:prstGeom prst="rect">
            <a:avLst/>
          </a:prstGeom>
        </p:spPr>
        <p:txBody>
          <a:bodyPr/>
          <a:lstStyle>
            <a:lvl2pPr marL="454025" indent="-219075">
              <a:defRPr/>
            </a:lvl2pPr>
            <a:lvl3pPr marL="692150" indent="-228600">
              <a:defRPr/>
            </a:lvl3pPr>
            <a:lvl4pPr marL="914400" indent="-225425">
              <a:defRPr/>
            </a:lvl4pPr>
            <a:lvl5pPr marL="1143000" indent="-231775">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itle 1"/>
          <p:cNvSpPr>
            <a:spLocks noGrp="1"/>
          </p:cNvSpPr>
          <p:nvPr>
            <p:ph type="title"/>
          </p:nvPr>
        </p:nvSpPr>
        <p:spPr>
          <a:xfrm>
            <a:off x="606426" y="223837"/>
            <a:ext cx="10972800" cy="520700"/>
          </a:xfrm>
          <a:prstGeom prst="rect">
            <a:avLst/>
          </a:prstGeom>
        </p:spPr>
        <p:txBody>
          <a:bodyPr/>
          <a:lstStyle/>
          <a:p>
            <a:r>
              <a:rPr lang="en-US"/>
              <a:t>Click to edit Master title style</a:t>
            </a:r>
            <a:endParaRPr lang="en-US"/>
          </a:p>
        </p:txBody>
      </p:sp>
      <p:sp>
        <p:nvSpPr>
          <p:cNvPr id="4" name="幻灯片编号占位符 5"/>
          <p:cNvSpPr>
            <a:spLocks noGrp="1"/>
          </p:cNvSpPr>
          <p:nvPr>
            <p:ph type="sldNum" sz="quarter" idx="4"/>
          </p:nvPr>
        </p:nvSpPr>
        <p:spPr>
          <a:xfrm>
            <a:off x="8731063" y="131108"/>
            <a:ext cx="2133600" cy="273844"/>
          </a:xfrm>
          <a:prstGeom prst="rect">
            <a:avLst/>
          </a:prstGeom>
        </p:spPr>
        <p:txBody>
          <a:bodyPr vert="horz" lIns="91440" tIns="45720" rIns="91440" bIns="45720" rtlCol="0" anchor="ctr"/>
          <a:lstStyle>
            <a:lvl1pPr algn="r">
              <a:defRPr sz="1200" b="1" i="0">
                <a:solidFill>
                  <a:schemeClr val="bg1"/>
                </a:solidFill>
                <a:latin typeface="微软雅黑" panose="020B0503020204020204" charset="-122"/>
                <a:ea typeface="微软雅黑" panose="020B0503020204020204" charset="-122"/>
              </a:defRPr>
            </a:lvl1pPr>
          </a:lstStyle>
          <a:p>
            <a:fld id="{696117D3-903E-B14F-A411-030FC4C66767}" type="slidenum">
              <a:rPr kumimoji="1" lang="zh-CN" altLang="en-US" smtClean="0"/>
            </a:fld>
            <a:endParaRPr kumimoji="1"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3"/>
            <a:ext cx="10972800" cy="520700"/>
          </a:xfrm>
          <a:prstGeom prst="rect">
            <a:avLst/>
          </a:prstGeom>
        </p:spPr>
        <p:txBody>
          <a:bodyPr/>
          <a:lstStyle/>
          <a:p>
            <a:r>
              <a:rPr lang="en-US"/>
              <a:t>Click to edit Master title style</a:t>
            </a:r>
            <a:endParaRPr lang="en-US"/>
          </a:p>
        </p:txBody>
      </p:sp>
      <p:sp>
        <p:nvSpPr>
          <p:cNvPr id="3" name="幻灯片编号占位符 5"/>
          <p:cNvSpPr>
            <a:spLocks noGrp="1"/>
          </p:cNvSpPr>
          <p:nvPr>
            <p:ph type="sldNum" sz="quarter" idx="4"/>
          </p:nvPr>
        </p:nvSpPr>
        <p:spPr>
          <a:xfrm>
            <a:off x="8731063" y="131108"/>
            <a:ext cx="2133600" cy="273844"/>
          </a:xfrm>
          <a:prstGeom prst="rect">
            <a:avLst/>
          </a:prstGeom>
        </p:spPr>
        <p:txBody>
          <a:bodyPr vert="horz" lIns="91440" tIns="45720" rIns="91440" bIns="45720" rtlCol="0" anchor="ctr"/>
          <a:lstStyle>
            <a:lvl1pPr algn="r">
              <a:defRPr sz="1200" b="1" i="0">
                <a:solidFill>
                  <a:schemeClr val="bg1"/>
                </a:solidFill>
                <a:latin typeface="微软雅黑" panose="020B0503020204020204" charset="-122"/>
                <a:ea typeface="微软雅黑" panose="020B0503020204020204" charset="-122"/>
              </a:defRPr>
            </a:lvl1pPr>
          </a:lstStyle>
          <a:p>
            <a:fld id="{696117D3-903E-B14F-A411-030FC4C66767}" type="slidenum">
              <a:rPr kumimoji="1" lang="zh-CN" altLang="en-US" smtClean="0"/>
            </a:fld>
            <a:endParaRPr kumimoji="1"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封面">
    <p:bg>
      <p:bgPr>
        <a:solidFill>
          <a:srgbClr val="F2242F"/>
        </a:solidFill>
        <a:effectLst/>
      </p:bgPr>
    </p:bg>
    <p:spTree>
      <p:nvGrpSpPr>
        <p:cNvPr id="1" name=""/>
        <p:cNvGrpSpPr/>
        <p:nvPr/>
      </p:nvGrpSpPr>
      <p:grpSpPr>
        <a:xfrm>
          <a:off x="0" y="0"/>
          <a:ext cx="0" cy="0"/>
          <a:chOff x="0" y="0"/>
          <a:chExt cx="0" cy="0"/>
        </a:xfrm>
      </p:grpSpPr>
      <p:sp>
        <p:nvSpPr>
          <p:cNvPr id="2" name="单圆角矩形 1"/>
          <p:cNvSpPr/>
          <p:nvPr userDrawn="1"/>
        </p:nvSpPr>
        <p:spPr>
          <a:xfrm rot="10800000" flipH="1">
            <a:off x="0" y="0"/>
            <a:ext cx="12029440" cy="6715760"/>
          </a:xfrm>
          <a:prstGeom prst="round1Rect">
            <a:avLst>
              <a:gd name="adj" fmla="val 1425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pic>
        <p:nvPicPr>
          <p:cNvPr id="7" name="图片 6"/>
          <p:cNvPicPr>
            <a:picLocks noChangeAspect="1"/>
          </p:cNvPicPr>
          <p:nvPr userDrawn="1"/>
        </p:nvPicPr>
        <p:blipFill rotWithShape="1">
          <a:blip r:embed="rId2" cstate="print"/>
          <a:srcRect/>
          <a:stretch>
            <a:fillRect/>
          </a:stretch>
        </p:blipFill>
        <p:spPr>
          <a:xfrm>
            <a:off x="606287" y="427381"/>
            <a:ext cx="568421" cy="309293"/>
          </a:xfrm>
          <a:prstGeom prst="rect">
            <a:avLst/>
          </a:prstGeom>
        </p:spPr>
      </p:pic>
      <p:pic>
        <p:nvPicPr>
          <p:cNvPr id="9" name="图片 8"/>
          <p:cNvPicPr>
            <a:picLocks noChangeAspect="1"/>
          </p:cNvPicPr>
          <p:nvPr userDrawn="1"/>
        </p:nvPicPr>
        <p:blipFill>
          <a:blip r:embed="rId3" cstate="screen"/>
          <a:stretch>
            <a:fillRect/>
          </a:stretch>
        </p:blipFill>
        <p:spPr>
          <a:xfrm>
            <a:off x="615990" y="5910039"/>
            <a:ext cx="1254100" cy="373431"/>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自定义版式">
    <p:bg>
      <p:bgPr>
        <a:solidFill>
          <a:schemeClr val="bg1"/>
        </a:solidFill>
        <a:effectLst/>
      </p:bgPr>
    </p:bg>
    <p:spTree>
      <p:nvGrpSpPr>
        <p:cNvPr id="1" name=""/>
        <p:cNvGrpSpPr/>
        <p:nvPr/>
      </p:nvGrpSpPr>
      <p:grpSpPr>
        <a:xfrm>
          <a:off x="0" y="0"/>
          <a:ext cx="0" cy="0"/>
          <a:chOff x="0" y="0"/>
          <a:chExt cx="0" cy="0"/>
        </a:xfrm>
      </p:grpSpPr>
      <p:sp>
        <p:nvSpPr>
          <p:cNvPr id="4" name="矩形 3"/>
          <p:cNvSpPr/>
          <p:nvPr/>
        </p:nvSpPr>
        <p:spPr>
          <a:xfrm>
            <a:off x="0" y="-28575"/>
            <a:ext cx="979488" cy="6886575"/>
          </a:xfrm>
          <a:prstGeom prst="rect">
            <a:avLst/>
          </a:prstGeom>
          <a:solidFill>
            <a:srgbClr val="CF161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5" name="矩形 4"/>
          <p:cNvSpPr/>
          <p:nvPr/>
        </p:nvSpPr>
        <p:spPr>
          <a:xfrm>
            <a:off x="0" y="866775"/>
            <a:ext cx="12192000" cy="384175"/>
          </a:xfrm>
          <a:prstGeom prst="rect">
            <a:avLst/>
          </a:prstGeom>
          <a:solidFill>
            <a:srgbClr val="CF161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a:off x="0" y="866775"/>
            <a:ext cx="979488" cy="3841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sp>
        <p:nvSpPr>
          <p:cNvPr id="7" name="KSO_BT1"/>
          <p:cNvSpPr>
            <a:spLocks noGrp="1"/>
          </p:cNvSpPr>
          <p:nvPr>
            <p:ph type="title"/>
          </p:nvPr>
        </p:nvSpPr>
        <p:spPr>
          <a:xfrm>
            <a:off x="1106164" y="157699"/>
            <a:ext cx="5479580" cy="552048"/>
          </a:xfrm>
          <a:prstGeom prst="rect">
            <a:avLst/>
          </a:prstGeom>
        </p:spPr>
        <p:txBody>
          <a:bodyPr/>
          <a:lstStyle>
            <a:lvl1pPr algn="just">
              <a:defRPr sz="3000" b="1">
                <a:solidFill>
                  <a:schemeClr val="tx1"/>
                </a:solidFill>
                <a:latin typeface="微软雅黑" panose="020B0503020204020204" charset="-122"/>
                <a:ea typeface="微软雅黑" panose="020B0503020204020204" charset="-122"/>
              </a:defRPr>
            </a:lvl1pPr>
          </a:lstStyle>
          <a:p>
            <a:pPr fontAlgn="base"/>
            <a:r>
              <a:rPr lang="zh-CN" altLang="en-US" strike="noStrike" noProof="1"/>
              <a:t>单击此处编辑母版标题样式</a:t>
            </a:r>
            <a:endParaRPr lang="en-US" strike="noStrike" noProof="1"/>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021786" y="236912"/>
            <a:ext cx="866712" cy="47283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自定义版式">
    <p:bg>
      <p:bgPr>
        <a:solidFill>
          <a:schemeClr val="bg1"/>
        </a:solidFill>
        <a:effectLst/>
      </p:bgPr>
    </p:bg>
    <p:spTree>
      <p:nvGrpSpPr>
        <p:cNvPr id="1" name=""/>
        <p:cNvGrpSpPr/>
        <p:nvPr/>
      </p:nvGrpSpPr>
      <p:grpSpPr>
        <a:xfrm>
          <a:off x="0" y="0"/>
          <a:ext cx="0" cy="0"/>
          <a:chOff x="0" y="0"/>
          <a:chExt cx="0" cy="0"/>
        </a:xfrm>
      </p:grpSpPr>
      <p:sp>
        <p:nvSpPr>
          <p:cNvPr id="4" name="矩形 3"/>
          <p:cNvSpPr/>
          <p:nvPr/>
        </p:nvSpPr>
        <p:spPr>
          <a:xfrm>
            <a:off x="0" y="0"/>
            <a:ext cx="965200" cy="836613"/>
          </a:xfrm>
          <a:prstGeom prst="rect">
            <a:avLst/>
          </a:prstGeom>
          <a:solidFill>
            <a:srgbClr val="CF161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微软雅黑" panose="020B0503020204020204" charset="-122"/>
              <a:ea typeface="微软雅黑" panose="020B0503020204020204" charset="-122"/>
              <a:cs typeface="+mn-cs"/>
            </a:endParaRPr>
          </a:p>
        </p:txBody>
      </p:sp>
      <p:sp>
        <p:nvSpPr>
          <p:cNvPr id="5" name="任意多边形 4"/>
          <p:cNvSpPr/>
          <p:nvPr>
            <p:custDataLst>
              <p:tags r:id="rId2"/>
            </p:custDataLst>
          </p:nvPr>
        </p:nvSpPr>
        <p:spPr>
          <a:xfrm>
            <a:off x="4302125" y="2071688"/>
            <a:ext cx="4403725" cy="1547813"/>
          </a:xfrm>
          <a:custGeom>
            <a:avLst/>
            <a:gdLst>
              <a:gd name="connsiteX0" fmla="*/ 0 w 2223821"/>
              <a:gd name="connsiteY0" fmla="*/ 0 h 1389888"/>
              <a:gd name="connsiteX1" fmla="*/ 2223821 w 2223821"/>
              <a:gd name="connsiteY1" fmla="*/ 0 h 1389888"/>
              <a:gd name="connsiteX2" fmla="*/ 2223821 w 2223821"/>
              <a:gd name="connsiteY2" fmla="*/ 1209578 h 1389888"/>
              <a:gd name="connsiteX3" fmla="*/ 1235874 w 2223821"/>
              <a:gd name="connsiteY3" fmla="*/ 1209578 h 1389888"/>
              <a:gd name="connsiteX4" fmla="*/ 1111911 w 2223821"/>
              <a:gd name="connsiteY4" fmla="*/ 1389888 h 1389888"/>
              <a:gd name="connsiteX5" fmla="*/ 987948 w 2223821"/>
              <a:gd name="connsiteY5" fmla="*/ 1209578 h 1389888"/>
              <a:gd name="connsiteX6" fmla="*/ 0 w 2223821"/>
              <a:gd name="connsiteY6" fmla="*/ 1209578 h 1389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3821" h="1389888">
                <a:moveTo>
                  <a:pt x="0" y="0"/>
                </a:moveTo>
                <a:lnTo>
                  <a:pt x="2223821" y="0"/>
                </a:lnTo>
                <a:lnTo>
                  <a:pt x="2223821" y="1209578"/>
                </a:lnTo>
                <a:lnTo>
                  <a:pt x="1235874" y="1209578"/>
                </a:lnTo>
                <a:lnTo>
                  <a:pt x="1111911" y="1389888"/>
                </a:lnTo>
                <a:lnTo>
                  <a:pt x="987948" y="1209578"/>
                </a:lnTo>
                <a:lnTo>
                  <a:pt x="0" y="1209578"/>
                </a:lnTo>
                <a:close/>
              </a:path>
            </a:pathLst>
          </a:custGeom>
          <a:solidFill>
            <a:srgbClr val="CF1614"/>
          </a:solidFill>
          <a:ln w="19050" cap="flat" cmpd="sng" algn="ctr">
            <a:solidFill>
              <a:srgbClr val="CF1614"/>
            </a:solidFill>
            <a:prstDash val="solid"/>
            <a:miter lim="800000"/>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r>
              <a:rPr kumimoji="0" lang="zh-CN" altLang="en-US" sz="3400" b="1" i="0" u="none" strike="noStrike" kern="0" cap="none" spc="400" normalizeH="0" baseline="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pitchFamily="18" charset="0"/>
              </a:rPr>
              <a:t> </a:t>
            </a:r>
            <a:endParaRPr kumimoji="0" lang="zh-CN" altLang="en-US" sz="3400" b="1" i="0" u="none" strike="noStrike" kern="0" cap="none" spc="400" normalizeH="0" baseline="0" noProof="0" dirty="0">
              <a:ln>
                <a:noFill/>
              </a:ln>
              <a:solidFill>
                <a:prstClr val="white"/>
              </a:solidFill>
              <a:effectLst/>
              <a:uLnTx/>
              <a:uFillTx/>
              <a:latin typeface="微软雅黑" panose="020B0503020204020204" charset="-122"/>
              <a:ea typeface="微软雅黑" panose="020B0503020204020204" charset="-122"/>
              <a:cs typeface="Times New Roman" panose="02020603050405020304" pitchFamily="18" charset="0"/>
            </a:endParaRPr>
          </a:p>
        </p:txBody>
      </p:sp>
      <p:sp>
        <p:nvSpPr>
          <p:cNvPr id="6" name="矩形 5"/>
          <p:cNvSpPr/>
          <p:nvPr/>
        </p:nvSpPr>
        <p:spPr>
          <a:xfrm>
            <a:off x="0" y="1260475"/>
            <a:ext cx="965200" cy="5597525"/>
          </a:xfrm>
          <a:prstGeom prst="rect">
            <a:avLst/>
          </a:prstGeom>
          <a:solidFill>
            <a:srgbClr val="CF161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8565"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微软雅黑" panose="020B0503020204020204" charset="-122"/>
              <a:ea typeface="微软雅黑" panose="020B0503020204020204"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过渡页">
    <p:bg>
      <p:bgPr>
        <a:solidFill>
          <a:srgbClr val="F2242F"/>
        </a:solidFill>
        <a:effectLst/>
      </p:bgPr>
    </p:bg>
    <p:spTree>
      <p:nvGrpSpPr>
        <p:cNvPr id="1" name=""/>
        <p:cNvGrpSpPr/>
        <p:nvPr/>
      </p:nvGrpSpPr>
      <p:grpSpPr>
        <a:xfrm>
          <a:off x="0" y="0"/>
          <a:ext cx="0" cy="0"/>
          <a:chOff x="0" y="0"/>
          <a:chExt cx="0" cy="0"/>
        </a:xfrm>
      </p:grpSpPr>
      <p:sp>
        <p:nvSpPr>
          <p:cNvPr id="9" name="单圆角矩形 8"/>
          <p:cNvSpPr/>
          <p:nvPr userDrawn="1"/>
        </p:nvSpPr>
        <p:spPr>
          <a:xfrm rot="10800000" flipH="1">
            <a:off x="0" y="0"/>
            <a:ext cx="12029440" cy="6715760"/>
          </a:xfrm>
          <a:prstGeom prst="round1Rect">
            <a:avLst>
              <a:gd name="adj" fmla="val 1425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pic>
        <p:nvPicPr>
          <p:cNvPr id="5" name="图片 4"/>
          <p:cNvPicPr>
            <a:picLocks noChangeAspect="1"/>
          </p:cNvPicPr>
          <p:nvPr userDrawn="1"/>
        </p:nvPicPr>
        <p:blipFill rotWithShape="1">
          <a:blip r:embed="rId2" cstate="print"/>
          <a:srcRect/>
          <a:stretch>
            <a:fillRect/>
          </a:stretch>
        </p:blipFill>
        <p:spPr>
          <a:xfrm>
            <a:off x="606287" y="427381"/>
            <a:ext cx="568421" cy="309293"/>
          </a:xfrm>
          <a:prstGeom prst="rect">
            <a:avLst/>
          </a:prstGeom>
        </p:spPr>
      </p:pic>
      <p:pic>
        <p:nvPicPr>
          <p:cNvPr id="7" name="图片 6"/>
          <p:cNvPicPr>
            <a:picLocks noChangeAspect="1"/>
          </p:cNvPicPr>
          <p:nvPr userDrawn="1"/>
        </p:nvPicPr>
        <p:blipFill>
          <a:blip r:embed="rId3" cstate="screen"/>
          <a:stretch>
            <a:fillRect/>
          </a:stretch>
        </p:blipFill>
        <p:spPr>
          <a:xfrm>
            <a:off x="10147616" y="373943"/>
            <a:ext cx="1254100" cy="373431"/>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内文2无导航">
    <p:bg>
      <p:bgPr>
        <a:solidFill>
          <a:schemeClr val="bg1"/>
        </a:solidFill>
        <a:effectLst/>
      </p:bgPr>
    </p:bg>
    <p:spTree>
      <p:nvGrpSpPr>
        <p:cNvPr id="1" name=""/>
        <p:cNvGrpSpPr/>
        <p:nvPr/>
      </p:nvGrpSpPr>
      <p:grpSpPr>
        <a:xfrm>
          <a:off x="0" y="0"/>
          <a:ext cx="0" cy="0"/>
          <a:chOff x="0" y="0"/>
          <a:chExt cx="0" cy="0"/>
        </a:xfrm>
      </p:grpSpPr>
      <p:cxnSp>
        <p:nvCxnSpPr>
          <p:cNvPr id="3" name="直线连接符 2"/>
          <p:cNvCxnSpPr/>
          <p:nvPr userDrawn="1"/>
        </p:nvCxnSpPr>
        <p:spPr>
          <a:xfrm>
            <a:off x="465223" y="821356"/>
            <a:ext cx="11261559"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圆角矩形 1"/>
          <p:cNvSpPr/>
          <p:nvPr userDrawn="1"/>
        </p:nvSpPr>
        <p:spPr>
          <a:xfrm flipH="1">
            <a:off x="474090" y="245520"/>
            <a:ext cx="53615" cy="357730"/>
          </a:xfrm>
          <a:prstGeom prst="roundRect">
            <a:avLst>
              <a:gd name="adj" fmla="val 21659"/>
            </a:avLst>
          </a:prstGeom>
          <a:solidFill>
            <a:srgbClr val="F52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7" name="文本占位符 6"/>
          <p:cNvSpPr>
            <a:spLocks noGrp="1"/>
          </p:cNvSpPr>
          <p:nvPr>
            <p:ph type="body" sz="quarter" idx="10" hasCustomPrompt="1"/>
          </p:nvPr>
        </p:nvSpPr>
        <p:spPr>
          <a:xfrm>
            <a:off x="731520" y="233364"/>
            <a:ext cx="7112000" cy="416877"/>
          </a:xfrm>
          <a:prstGeom prst="rect">
            <a:avLst/>
          </a:prstGeom>
        </p:spPr>
        <p:txBody>
          <a:bodyPr/>
          <a:lstStyle>
            <a:lvl1pPr marL="0" indent="0">
              <a:buNone/>
              <a:defRPr lang="zh-CN" altLang="en-US" sz="2400" b="1" i="0" dirty="0">
                <a:solidFill>
                  <a:schemeClr val="tx1">
                    <a:lumMod val="75000"/>
                    <a:lumOff val="25000"/>
                  </a:schemeClr>
                </a:solidFill>
                <a:latin typeface="微软雅黑" panose="020B0503020204020204" charset="-122"/>
                <a:ea typeface="微软雅黑" panose="020B0503020204020204" charset="-122"/>
              </a:defRPr>
            </a:lvl1pPr>
          </a:lstStyle>
          <a:p>
            <a:pPr lvl="0"/>
            <a:r>
              <a:rPr kumimoji="1" lang="zh-CN" altLang="en-US" dirty="0"/>
              <a:t>此处替换标题</a:t>
            </a:r>
            <a:endParaRPr kumimoji="1" lang="zh-CN" altLang="en-US" dirty="0"/>
          </a:p>
        </p:txBody>
      </p:sp>
      <p:sp>
        <p:nvSpPr>
          <p:cNvPr id="8" name="文本占位符 7"/>
          <p:cNvSpPr>
            <a:spLocks noGrp="1"/>
          </p:cNvSpPr>
          <p:nvPr>
            <p:ph type="body" sz="quarter" idx="11" hasCustomPrompt="1"/>
          </p:nvPr>
        </p:nvSpPr>
        <p:spPr>
          <a:xfrm>
            <a:off x="736603" y="1169034"/>
            <a:ext cx="10683239" cy="4723766"/>
          </a:xfrm>
          <a:prstGeom prst="rect">
            <a:avLst/>
          </a:prstGeom>
        </p:spPr>
        <p:txBody>
          <a:bodyPr/>
          <a:lstStyle>
            <a:lvl1pPr marL="0" marR="0" indent="0" algn="just" defTabSz="685800" rtl="0" eaLnBrk="1" fontAlgn="auto" latinLnBrk="0" hangingPunct="1">
              <a:lnSpc>
                <a:spcPct val="200000"/>
              </a:lnSpc>
              <a:spcBef>
                <a:spcPts val="0"/>
              </a:spcBef>
              <a:spcAft>
                <a:spcPts val="0"/>
              </a:spcAft>
              <a:buClrTx/>
              <a:buSzTx/>
              <a:buFont typeface="Arial" panose="020B0604020202090204" pitchFamily="34" charset="0"/>
              <a:buNone/>
              <a:defRPr sz="1600" b="0" i="0">
                <a:solidFill>
                  <a:schemeClr val="tx1">
                    <a:lumMod val="75000"/>
                    <a:lumOff val="25000"/>
                  </a:schemeClr>
                </a:solidFill>
                <a:latin typeface="微软雅黑" panose="020B0503020204020204" charset="-122"/>
                <a:ea typeface="微软雅黑" panose="020B0503020204020204" charset="-122"/>
              </a:defRPr>
            </a:lvl1pPr>
            <a:lvl2pPr marL="342900" indent="0">
              <a:buNone/>
              <a:defRPr b="0" i="0">
                <a:latin typeface="微软雅黑" panose="020B0503020204020204" charset="-122"/>
                <a:ea typeface="微软雅黑" panose="020B0503020204020204" charset="-122"/>
              </a:defRPr>
            </a:lvl2pPr>
            <a:lvl3pPr marL="685800" indent="0">
              <a:buNone/>
              <a:defRPr b="0" i="0">
                <a:latin typeface="微软雅黑" panose="020B0503020204020204" charset="-122"/>
                <a:ea typeface="微软雅黑" panose="020B0503020204020204" charset="-122"/>
              </a:defRPr>
            </a:lvl3pPr>
            <a:lvl4pPr marL="1028700" indent="0">
              <a:buNone/>
              <a:defRPr b="0" i="0">
                <a:latin typeface="微软雅黑" panose="020B0503020204020204" charset="-122"/>
                <a:ea typeface="微软雅黑" panose="020B0503020204020204" charset="-122"/>
              </a:defRPr>
            </a:lvl4pPr>
            <a:lvl5pPr marL="1371600" indent="0">
              <a:buNone/>
              <a:defRPr b="0" i="0">
                <a:latin typeface="微软雅黑" panose="020B0503020204020204" charset="-122"/>
                <a:ea typeface="微软雅黑" panose="020B0503020204020204" charset="-122"/>
              </a:defRPr>
            </a:lvl5pPr>
          </a:lstStyle>
          <a:p>
            <a:pPr lvl="0"/>
            <a:r>
              <a:rPr kumimoji="1" lang="zh-CN" altLang="en-US" dirty="0"/>
              <a:t>此处替换内容</a:t>
            </a:r>
            <a:endParaRPr kumimoji="1" lang="en-US" altLang="zh-CN" dirty="0"/>
          </a:p>
          <a:p>
            <a:pPr lvl="0"/>
            <a:r>
              <a:rPr kumimoji="1" lang="zh-CN" altLang="en-US" dirty="0"/>
              <a:t>此处替换内容</a:t>
            </a:r>
            <a:endParaRPr kumimoji="1" lang="en-US" altLang="zh-CN" dirty="0"/>
          </a:p>
          <a:p>
            <a:pPr lvl="0"/>
            <a:r>
              <a:rPr kumimoji="1" lang="zh-CN" altLang="en-US" dirty="0"/>
              <a:t>此处替换内容</a:t>
            </a:r>
            <a:endParaRPr kumimoji="1" lang="en-US" altLang="zh-CN" dirty="0"/>
          </a:p>
        </p:txBody>
      </p:sp>
      <p:pic>
        <p:nvPicPr>
          <p:cNvPr id="11" name="图片 10"/>
          <p:cNvPicPr>
            <a:picLocks noChangeAspect="1"/>
          </p:cNvPicPr>
          <p:nvPr userDrawn="1"/>
        </p:nvPicPr>
        <p:blipFill rotWithShape="1">
          <a:blip r:embed="rId2" cstate="print"/>
          <a:srcRect/>
          <a:stretch>
            <a:fillRect/>
          </a:stretch>
        </p:blipFill>
        <p:spPr>
          <a:xfrm>
            <a:off x="11280913" y="6261651"/>
            <a:ext cx="568421" cy="309293"/>
          </a:xfrm>
          <a:prstGeom prst="rect">
            <a:avLst/>
          </a:prstGeom>
        </p:spPr>
      </p:pic>
      <p:pic>
        <p:nvPicPr>
          <p:cNvPr id="12" name="图片 11"/>
          <p:cNvPicPr>
            <a:picLocks noChangeAspect="1"/>
          </p:cNvPicPr>
          <p:nvPr userDrawn="1"/>
        </p:nvPicPr>
        <p:blipFill>
          <a:blip r:embed="rId3" cstate="screen"/>
          <a:stretch>
            <a:fillRect/>
          </a:stretch>
        </p:blipFill>
        <p:spPr>
          <a:xfrm>
            <a:off x="337695" y="6208213"/>
            <a:ext cx="1254100" cy="373431"/>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封面">
    <p:bg>
      <p:bgPr>
        <a:solidFill>
          <a:srgbClr val="F2242F"/>
        </a:solidFill>
        <a:effectLst/>
      </p:bgPr>
    </p:bg>
    <p:spTree>
      <p:nvGrpSpPr>
        <p:cNvPr id="1" name=""/>
        <p:cNvGrpSpPr/>
        <p:nvPr/>
      </p:nvGrpSpPr>
      <p:grpSpPr>
        <a:xfrm>
          <a:off x="0" y="0"/>
          <a:ext cx="0" cy="0"/>
          <a:chOff x="0" y="0"/>
          <a:chExt cx="0" cy="0"/>
        </a:xfrm>
      </p:grpSpPr>
      <p:sp>
        <p:nvSpPr>
          <p:cNvPr id="2" name="单圆角矩形 1"/>
          <p:cNvSpPr/>
          <p:nvPr userDrawn="1"/>
        </p:nvSpPr>
        <p:spPr>
          <a:xfrm rot="10800000" flipH="1">
            <a:off x="0" y="0"/>
            <a:ext cx="12029440" cy="6715760"/>
          </a:xfrm>
          <a:prstGeom prst="round1Rect">
            <a:avLst>
              <a:gd name="adj" fmla="val 1425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pic>
        <p:nvPicPr>
          <p:cNvPr id="7" name="图片 6"/>
          <p:cNvPicPr>
            <a:picLocks noChangeAspect="1"/>
          </p:cNvPicPr>
          <p:nvPr userDrawn="1"/>
        </p:nvPicPr>
        <p:blipFill rotWithShape="1">
          <a:blip r:embed="rId2" cstate="print"/>
          <a:srcRect/>
          <a:stretch>
            <a:fillRect/>
          </a:stretch>
        </p:blipFill>
        <p:spPr>
          <a:xfrm>
            <a:off x="606287" y="427381"/>
            <a:ext cx="568421" cy="309293"/>
          </a:xfrm>
          <a:prstGeom prst="rect">
            <a:avLst/>
          </a:prstGeom>
        </p:spPr>
      </p:pic>
      <p:pic>
        <p:nvPicPr>
          <p:cNvPr id="9" name="图片 8"/>
          <p:cNvPicPr>
            <a:picLocks noChangeAspect="1"/>
          </p:cNvPicPr>
          <p:nvPr userDrawn="1"/>
        </p:nvPicPr>
        <p:blipFill>
          <a:blip r:embed="rId3" cstate="screen"/>
          <a:stretch>
            <a:fillRect/>
          </a:stretch>
        </p:blipFill>
        <p:spPr>
          <a:xfrm>
            <a:off x="615990" y="5910039"/>
            <a:ext cx="1254100" cy="373431"/>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封面">
    <p:bg>
      <p:bgPr>
        <a:solidFill>
          <a:srgbClr val="F2242F"/>
        </a:solidFill>
        <a:effectLst/>
      </p:bgPr>
    </p:bg>
    <p:spTree>
      <p:nvGrpSpPr>
        <p:cNvPr id="1" name=""/>
        <p:cNvGrpSpPr/>
        <p:nvPr/>
      </p:nvGrpSpPr>
      <p:grpSpPr>
        <a:xfrm>
          <a:off x="0" y="0"/>
          <a:ext cx="0" cy="0"/>
          <a:chOff x="0" y="0"/>
          <a:chExt cx="0" cy="0"/>
        </a:xfrm>
      </p:grpSpPr>
      <p:sp>
        <p:nvSpPr>
          <p:cNvPr id="2" name="单圆角矩形 1"/>
          <p:cNvSpPr/>
          <p:nvPr userDrawn="1"/>
        </p:nvSpPr>
        <p:spPr>
          <a:xfrm rot="10800000" flipH="1">
            <a:off x="0" y="0"/>
            <a:ext cx="12029440" cy="6715760"/>
          </a:xfrm>
          <a:prstGeom prst="round1Rect">
            <a:avLst>
              <a:gd name="adj" fmla="val 1425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pic>
        <p:nvPicPr>
          <p:cNvPr id="7" name="图片 6"/>
          <p:cNvPicPr>
            <a:picLocks noChangeAspect="1"/>
          </p:cNvPicPr>
          <p:nvPr userDrawn="1"/>
        </p:nvPicPr>
        <p:blipFill rotWithShape="1">
          <a:blip r:embed="rId2" cstate="print"/>
          <a:srcRect/>
          <a:stretch>
            <a:fillRect/>
          </a:stretch>
        </p:blipFill>
        <p:spPr>
          <a:xfrm>
            <a:off x="606287" y="427381"/>
            <a:ext cx="568421" cy="309293"/>
          </a:xfrm>
          <a:prstGeom prst="rect">
            <a:avLst/>
          </a:prstGeom>
        </p:spPr>
      </p:pic>
      <p:pic>
        <p:nvPicPr>
          <p:cNvPr id="9" name="图片 8"/>
          <p:cNvPicPr>
            <a:picLocks noChangeAspect="1"/>
          </p:cNvPicPr>
          <p:nvPr userDrawn="1"/>
        </p:nvPicPr>
        <p:blipFill>
          <a:blip r:embed="rId3" cstate="screen"/>
          <a:stretch>
            <a:fillRect/>
          </a:stretch>
        </p:blipFill>
        <p:spPr>
          <a:xfrm>
            <a:off x="615990" y="5910039"/>
            <a:ext cx="1254100" cy="373431"/>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过渡页">
    <p:bg>
      <p:bgPr>
        <a:solidFill>
          <a:srgbClr val="F2242F"/>
        </a:solidFill>
        <a:effectLst/>
      </p:bgPr>
    </p:bg>
    <p:spTree>
      <p:nvGrpSpPr>
        <p:cNvPr id="1" name=""/>
        <p:cNvGrpSpPr/>
        <p:nvPr/>
      </p:nvGrpSpPr>
      <p:grpSpPr>
        <a:xfrm>
          <a:off x="0" y="0"/>
          <a:ext cx="0" cy="0"/>
          <a:chOff x="0" y="0"/>
          <a:chExt cx="0" cy="0"/>
        </a:xfrm>
      </p:grpSpPr>
      <p:sp>
        <p:nvSpPr>
          <p:cNvPr id="9" name="单圆角矩形 8"/>
          <p:cNvSpPr/>
          <p:nvPr userDrawn="1"/>
        </p:nvSpPr>
        <p:spPr>
          <a:xfrm rot="10800000" flipH="1">
            <a:off x="0" y="0"/>
            <a:ext cx="12029440" cy="6715760"/>
          </a:xfrm>
          <a:prstGeom prst="round1Rect">
            <a:avLst>
              <a:gd name="adj" fmla="val 1425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pic>
        <p:nvPicPr>
          <p:cNvPr id="5" name="图片 4"/>
          <p:cNvPicPr>
            <a:picLocks noChangeAspect="1"/>
          </p:cNvPicPr>
          <p:nvPr userDrawn="1"/>
        </p:nvPicPr>
        <p:blipFill rotWithShape="1">
          <a:blip r:embed="rId2" cstate="print"/>
          <a:srcRect/>
          <a:stretch>
            <a:fillRect/>
          </a:stretch>
        </p:blipFill>
        <p:spPr>
          <a:xfrm>
            <a:off x="606287" y="427381"/>
            <a:ext cx="568421" cy="309293"/>
          </a:xfrm>
          <a:prstGeom prst="rect">
            <a:avLst/>
          </a:prstGeom>
        </p:spPr>
      </p:pic>
      <p:pic>
        <p:nvPicPr>
          <p:cNvPr id="7" name="图片 6"/>
          <p:cNvPicPr>
            <a:picLocks noChangeAspect="1"/>
          </p:cNvPicPr>
          <p:nvPr userDrawn="1"/>
        </p:nvPicPr>
        <p:blipFill>
          <a:blip r:embed="rId3" cstate="screen"/>
          <a:stretch>
            <a:fillRect/>
          </a:stretch>
        </p:blipFill>
        <p:spPr>
          <a:xfrm>
            <a:off x="10147616" y="373943"/>
            <a:ext cx="1254100" cy="373431"/>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内页1">
    <p:bg>
      <p:bgPr>
        <a:solidFill>
          <a:schemeClr val="bg1"/>
        </a:solidFill>
        <a:effectLst/>
      </p:bgPr>
    </p:bg>
    <p:spTree>
      <p:nvGrpSpPr>
        <p:cNvPr id="1" name=""/>
        <p:cNvGrpSpPr/>
        <p:nvPr/>
      </p:nvGrpSpPr>
      <p:grpSpPr>
        <a:xfrm>
          <a:off x="0" y="0"/>
          <a:ext cx="0" cy="0"/>
          <a:chOff x="0" y="0"/>
          <a:chExt cx="0" cy="0"/>
        </a:xfrm>
      </p:grpSpPr>
      <p:sp>
        <p:nvSpPr>
          <p:cNvPr id="7" name="文本占位符 6"/>
          <p:cNvSpPr>
            <a:spLocks noGrp="1"/>
          </p:cNvSpPr>
          <p:nvPr>
            <p:ph type="body" sz="quarter" idx="10" hasCustomPrompt="1"/>
          </p:nvPr>
        </p:nvSpPr>
        <p:spPr>
          <a:xfrm>
            <a:off x="2540000" y="639767"/>
            <a:ext cx="7112000" cy="416877"/>
          </a:xfrm>
          <a:prstGeom prst="rect">
            <a:avLst/>
          </a:prstGeom>
        </p:spPr>
        <p:txBody>
          <a:bodyPr/>
          <a:lstStyle>
            <a:lvl1pPr marL="0" indent="0" algn="ctr">
              <a:buNone/>
              <a:defRPr lang="zh-CN" altLang="en-US" sz="2400" b="1" i="0" dirty="0">
                <a:solidFill>
                  <a:schemeClr val="tx1">
                    <a:lumMod val="75000"/>
                    <a:lumOff val="25000"/>
                  </a:schemeClr>
                </a:solidFill>
                <a:latin typeface="微软雅黑" panose="020B0503020204020204" charset="-122"/>
                <a:ea typeface="微软雅黑" panose="020B0503020204020204" charset="-122"/>
              </a:defRPr>
            </a:lvl1pPr>
          </a:lstStyle>
          <a:p>
            <a:pPr lvl="0"/>
            <a:r>
              <a:rPr kumimoji="1" lang="zh-CN" altLang="en-US" dirty="0"/>
              <a:t>此处替换标题</a:t>
            </a:r>
            <a:endParaRPr kumimoji="1" lang="zh-CN" altLang="en-US" dirty="0"/>
          </a:p>
        </p:txBody>
      </p:sp>
      <p:sp>
        <p:nvSpPr>
          <p:cNvPr id="8" name="文本占位符 7"/>
          <p:cNvSpPr>
            <a:spLocks noGrp="1"/>
          </p:cNvSpPr>
          <p:nvPr>
            <p:ph type="body" sz="quarter" idx="11" hasCustomPrompt="1"/>
          </p:nvPr>
        </p:nvSpPr>
        <p:spPr>
          <a:xfrm>
            <a:off x="665483" y="1555118"/>
            <a:ext cx="10861039" cy="4286284"/>
          </a:xfrm>
          <a:prstGeom prst="rect">
            <a:avLst/>
          </a:prstGeom>
        </p:spPr>
        <p:txBody>
          <a:bodyPr/>
          <a:lstStyle>
            <a:lvl1pPr marL="0" marR="0" indent="0" algn="ctr" defTabSz="685800" rtl="0" eaLnBrk="1" fontAlgn="auto" latinLnBrk="0" hangingPunct="1">
              <a:lnSpc>
                <a:spcPct val="200000"/>
              </a:lnSpc>
              <a:spcBef>
                <a:spcPts val="0"/>
              </a:spcBef>
              <a:spcAft>
                <a:spcPts val="0"/>
              </a:spcAft>
              <a:buClrTx/>
              <a:buSzTx/>
              <a:buFont typeface="Arial" panose="020B0604020202090204" pitchFamily="34" charset="0"/>
              <a:buNone/>
              <a:defRPr sz="1600" b="0" i="0">
                <a:solidFill>
                  <a:schemeClr val="tx1">
                    <a:lumMod val="75000"/>
                    <a:lumOff val="25000"/>
                  </a:schemeClr>
                </a:solidFill>
                <a:latin typeface="微软雅黑" panose="020B0503020204020204" charset="-122"/>
                <a:ea typeface="微软雅黑" panose="020B0503020204020204" charset="-122"/>
              </a:defRPr>
            </a:lvl1pPr>
            <a:lvl2pPr marL="342900" indent="0">
              <a:buNone/>
              <a:defRPr b="0" i="0">
                <a:latin typeface="微软雅黑" panose="020B0503020204020204" charset="-122"/>
                <a:ea typeface="微软雅黑" panose="020B0503020204020204" charset="-122"/>
              </a:defRPr>
            </a:lvl2pPr>
            <a:lvl3pPr marL="685800" indent="0">
              <a:buNone/>
              <a:defRPr b="0" i="0">
                <a:latin typeface="微软雅黑" panose="020B0503020204020204" charset="-122"/>
                <a:ea typeface="微软雅黑" panose="020B0503020204020204" charset="-122"/>
              </a:defRPr>
            </a:lvl3pPr>
            <a:lvl4pPr marL="1028700" indent="0">
              <a:buNone/>
              <a:defRPr b="0" i="0">
                <a:latin typeface="微软雅黑" panose="020B0503020204020204" charset="-122"/>
                <a:ea typeface="微软雅黑" panose="020B0503020204020204" charset="-122"/>
              </a:defRPr>
            </a:lvl4pPr>
            <a:lvl5pPr marL="1371600" indent="0">
              <a:buNone/>
              <a:defRPr b="0" i="0">
                <a:latin typeface="微软雅黑" panose="020B0503020204020204" charset="-122"/>
                <a:ea typeface="微软雅黑" panose="020B0503020204020204" charset="-122"/>
              </a:defRPr>
            </a:lvl5pPr>
          </a:lstStyle>
          <a:p>
            <a:pPr lvl="0"/>
            <a:r>
              <a:rPr kumimoji="1" lang="zh-CN" altLang="en-US" dirty="0"/>
              <a:t>此处替换内容</a:t>
            </a:r>
            <a:endParaRPr kumimoji="1" lang="en-US" altLang="zh-CN" dirty="0"/>
          </a:p>
          <a:p>
            <a:pPr lvl="0"/>
            <a:r>
              <a:rPr kumimoji="1" lang="zh-CN" altLang="en-US" dirty="0"/>
              <a:t>此处替换内容</a:t>
            </a:r>
            <a:endParaRPr kumimoji="1" lang="en-US" altLang="zh-CN" dirty="0"/>
          </a:p>
          <a:p>
            <a:pPr lvl="0"/>
            <a:r>
              <a:rPr kumimoji="1" lang="zh-CN" altLang="en-US" dirty="0"/>
              <a:t>此处替换内容</a:t>
            </a:r>
            <a:endParaRPr kumimoji="1" lang="en-US" altLang="zh-CN" dirty="0"/>
          </a:p>
        </p:txBody>
      </p:sp>
      <p:pic>
        <p:nvPicPr>
          <p:cNvPr id="14" name="图片 13"/>
          <p:cNvPicPr>
            <a:picLocks noChangeAspect="1"/>
          </p:cNvPicPr>
          <p:nvPr userDrawn="1"/>
        </p:nvPicPr>
        <p:blipFill rotWithShape="1">
          <a:blip r:embed="rId2" cstate="print"/>
          <a:srcRect/>
          <a:stretch>
            <a:fillRect/>
          </a:stretch>
        </p:blipFill>
        <p:spPr>
          <a:xfrm>
            <a:off x="11280913" y="6261651"/>
            <a:ext cx="568421" cy="309293"/>
          </a:xfrm>
          <a:prstGeom prst="rect">
            <a:avLst/>
          </a:prstGeom>
        </p:spPr>
      </p:pic>
      <p:pic>
        <p:nvPicPr>
          <p:cNvPr id="15" name="图片 14"/>
          <p:cNvPicPr>
            <a:picLocks noChangeAspect="1"/>
          </p:cNvPicPr>
          <p:nvPr userDrawn="1"/>
        </p:nvPicPr>
        <p:blipFill>
          <a:blip r:embed="rId3" cstate="screen"/>
          <a:stretch>
            <a:fillRect/>
          </a:stretch>
        </p:blipFill>
        <p:spPr>
          <a:xfrm>
            <a:off x="337695" y="6208213"/>
            <a:ext cx="1254100" cy="373431"/>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内文2无导航">
    <p:bg>
      <p:bgPr>
        <a:solidFill>
          <a:schemeClr val="bg1"/>
        </a:solidFill>
        <a:effectLst/>
      </p:bgPr>
    </p:bg>
    <p:spTree>
      <p:nvGrpSpPr>
        <p:cNvPr id="1" name=""/>
        <p:cNvGrpSpPr/>
        <p:nvPr/>
      </p:nvGrpSpPr>
      <p:grpSpPr>
        <a:xfrm>
          <a:off x="0" y="0"/>
          <a:ext cx="0" cy="0"/>
          <a:chOff x="0" y="0"/>
          <a:chExt cx="0" cy="0"/>
        </a:xfrm>
      </p:grpSpPr>
      <p:cxnSp>
        <p:nvCxnSpPr>
          <p:cNvPr id="3" name="直线连接符 2"/>
          <p:cNvCxnSpPr/>
          <p:nvPr userDrawn="1"/>
        </p:nvCxnSpPr>
        <p:spPr>
          <a:xfrm>
            <a:off x="465223" y="821356"/>
            <a:ext cx="11261559"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圆角矩形 1"/>
          <p:cNvSpPr/>
          <p:nvPr userDrawn="1"/>
        </p:nvSpPr>
        <p:spPr>
          <a:xfrm flipH="1">
            <a:off x="474090" y="245520"/>
            <a:ext cx="53615" cy="357730"/>
          </a:xfrm>
          <a:prstGeom prst="roundRect">
            <a:avLst>
              <a:gd name="adj" fmla="val 21659"/>
            </a:avLst>
          </a:prstGeom>
          <a:solidFill>
            <a:srgbClr val="F52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7" name="文本占位符 6"/>
          <p:cNvSpPr>
            <a:spLocks noGrp="1"/>
          </p:cNvSpPr>
          <p:nvPr>
            <p:ph type="body" sz="quarter" idx="10" hasCustomPrompt="1"/>
          </p:nvPr>
        </p:nvSpPr>
        <p:spPr>
          <a:xfrm>
            <a:off x="731520" y="233364"/>
            <a:ext cx="7112000" cy="416877"/>
          </a:xfrm>
          <a:prstGeom prst="rect">
            <a:avLst/>
          </a:prstGeom>
        </p:spPr>
        <p:txBody>
          <a:bodyPr/>
          <a:lstStyle>
            <a:lvl1pPr marL="0" indent="0">
              <a:buNone/>
              <a:defRPr lang="zh-CN" altLang="en-US" sz="2400" b="1" i="0" dirty="0">
                <a:solidFill>
                  <a:schemeClr val="tx1">
                    <a:lumMod val="75000"/>
                    <a:lumOff val="25000"/>
                  </a:schemeClr>
                </a:solidFill>
                <a:latin typeface="微软雅黑" panose="020B0503020204020204" charset="-122"/>
                <a:ea typeface="微软雅黑" panose="020B0503020204020204" charset="-122"/>
              </a:defRPr>
            </a:lvl1pPr>
          </a:lstStyle>
          <a:p>
            <a:pPr lvl="0"/>
            <a:r>
              <a:rPr kumimoji="1" lang="zh-CN" altLang="en-US" dirty="0"/>
              <a:t>此处替换标题</a:t>
            </a:r>
            <a:endParaRPr kumimoji="1" lang="zh-CN" altLang="en-US" dirty="0"/>
          </a:p>
        </p:txBody>
      </p:sp>
      <p:sp>
        <p:nvSpPr>
          <p:cNvPr id="8" name="文本占位符 7"/>
          <p:cNvSpPr>
            <a:spLocks noGrp="1"/>
          </p:cNvSpPr>
          <p:nvPr>
            <p:ph type="body" sz="quarter" idx="11" hasCustomPrompt="1"/>
          </p:nvPr>
        </p:nvSpPr>
        <p:spPr>
          <a:xfrm>
            <a:off x="736603" y="1169034"/>
            <a:ext cx="10683239" cy="4723766"/>
          </a:xfrm>
          <a:prstGeom prst="rect">
            <a:avLst/>
          </a:prstGeom>
        </p:spPr>
        <p:txBody>
          <a:bodyPr/>
          <a:lstStyle>
            <a:lvl1pPr marL="0" marR="0" indent="0" algn="just" defTabSz="685800" rtl="0" eaLnBrk="1" fontAlgn="auto" latinLnBrk="0" hangingPunct="1">
              <a:lnSpc>
                <a:spcPct val="200000"/>
              </a:lnSpc>
              <a:spcBef>
                <a:spcPts val="0"/>
              </a:spcBef>
              <a:spcAft>
                <a:spcPts val="0"/>
              </a:spcAft>
              <a:buClrTx/>
              <a:buSzTx/>
              <a:buFont typeface="Arial" panose="020B0604020202090204" pitchFamily="34" charset="0"/>
              <a:buNone/>
              <a:defRPr sz="1600" b="0" i="0">
                <a:solidFill>
                  <a:schemeClr val="tx1">
                    <a:lumMod val="75000"/>
                    <a:lumOff val="25000"/>
                  </a:schemeClr>
                </a:solidFill>
                <a:latin typeface="微软雅黑" panose="020B0503020204020204" charset="-122"/>
                <a:ea typeface="微软雅黑" panose="020B0503020204020204" charset="-122"/>
              </a:defRPr>
            </a:lvl1pPr>
            <a:lvl2pPr marL="342900" indent="0">
              <a:buNone/>
              <a:defRPr b="0" i="0">
                <a:latin typeface="微软雅黑" panose="020B0503020204020204" charset="-122"/>
                <a:ea typeface="微软雅黑" panose="020B0503020204020204" charset="-122"/>
              </a:defRPr>
            </a:lvl2pPr>
            <a:lvl3pPr marL="685800" indent="0">
              <a:buNone/>
              <a:defRPr b="0" i="0">
                <a:latin typeface="微软雅黑" panose="020B0503020204020204" charset="-122"/>
                <a:ea typeface="微软雅黑" panose="020B0503020204020204" charset="-122"/>
              </a:defRPr>
            </a:lvl3pPr>
            <a:lvl4pPr marL="1028700" indent="0">
              <a:buNone/>
              <a:defRPr b="0" i="0">
                <a:latin typeface="微软雅黑" panose="020B0503020204020204" charset="-122"/>
                <a:ea typeface="微软雅黑" panose="020B0503020204020204" charset="-122"/>
              </a:defRPr>
            </a:lvl4pPr>
            <a:lvl5pPr marL="1371600" indent="0">
              <a:buNone/>
              <a:defRPr b="0" i="0">
                <a:latin typeface="微软雅黑" panose="020B0503020204020204" charset="-122"/>
                <a:ea typeface="微软雅黑" panose="020B0503020204020204" charset="-122"/>
              </a:defRPr>
            </a:lvl5pPr>
          </a:lstStyle>
          <a:p>
            <a:pPr lvl="0"/>
            <a:r>
              <a:rPr kumimoji="1" lang="zh-CN" altLang="en-US" dirty="0"/>
              <a:t>此处替换内容</a:t>
            </a:r>
            <a:endParaRPr kumimoji="1" lang="en-US" altLang="zh-CN" dirty="0"/>
          </a:p>
          <a:p>
            <a:pPr lvl="0"/>
            <a:r>
              <a:rPr kumimoji="1" lang="zh-CN" altLang="en-US" dirty="0"/>
              <a:t>此处替换内容</a:t>
            </a:r>
            <a:endParaRPr kumimoji="1" lang="en-US" altLang="zh-CN" dirty="0"/>
          </a:p>
          <a:p>
            <a:pPr lvl="0"/>
            <a:r>
              <a:rPr kumimoji="1" lang="zh-CN" altLang="en-US" dirty="0"/>
              <a:t>此处替换内容</a:t>
            </a:r>
            <a:endParaRPr kumimoji="1" lang="en-US" altLang="zh-CN" dirty="0"/>
          </a:p>
        </p:txBody>
      </p:sp>
      <p:pic>
        <p:nvPicPr>
          <p:cNvPr id="11" name="图片 10"/>
          <p:cNvPicPr>
            <a:picLocks noChangeAspect="1"/>
          </p:cNvPicPr>
          <p:nvPr userDrawn="1"/>
        </p:nvPicPr>
        <p:blipFill rotWithShape="1">
          <a:blip r:embed="rId2" cstate="print"/>
          <a:srcRect/>
          <a:stretch>
            <a:fillRect/>
          </a:stretch>
        </p:blipFill>
        <p:spPr>
          <a:xfrm>
            <a:off x="11280913" y="6261651"/>
            <a:ext cx="568421" cy="309293"/>
          </a:xfrm>
          <a:prstGeom prst="rect">
            <a:avLst/>
          </a:prstGeom>
        </p:spPr>
      </p:pic>
      <p:pic>
        <p:nvPicPr>
          <p:cNvPr id="12" name="图片 11"/>
          <p:cNvPicPr>
            <a:picLocks noChangeAspect="1"/>
          </p:cNvPicPr>
          <p:nvPr userDrawn="1"/>
        </p:nvPicPr>
        <p:blipFill>
          <a:blip r:embed="rId3" cstate="screen"/>
          <a:stretch>
            <a:fillRect/>
          </a:stretch>
        </p:blipFill>
        <p:spPr>
          <a:xfrm>
            <a:off x="337695" y="6208213"/>
            <a:ext cx="1254100" cy="373431"/>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内文3有导航">
    <p:bg>
      <p:bgPr>
        <a:solidFill>
          <a:schemeClr val="bg1"/>
        </a:solidFill>
        <a:effectLst/>
      </p:bgPr>
    </p:bg>
    <p:spTree>
      <p:nvGrpSpPr>
        <p:cNvPr id="1" name=""/>
        <p:cNvGrpSpPr/>
        <p:nvPr/>
      </p:nvGrpSpPr>
      <p:grpSpPr>
        <a:xfrm>
          <a:off x="0" y="0"/>
          <a:ext cx="0" cy="0"/>
          <a:chOff x="0" y="0"/>
          <a:chExt cx="0" cy="0"/>
        </a:xfrm>
      </p:grpSpPr>
      <p:cxnSp>
        <p:nvCxnSpPr>
          <p:cNvPr id="3" name="直线连接符 2"/>
          <p:cNvCxnSpPr/>
          <p:nvPr userDrawn="1"/>
        </p:nvCxnSpPr>
        <p:spPr>
          <a:xfrm>
            <a:off x="465223" y="821356"/>
            <a:ext cx="11261559"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 name="圆角矩形 1"/>
          <p:cNvSpPr/>
          <p:nvPr userDrawn="1"/>
        </p:nvSpPr>
        <p:spPr>
          <a:xfrm flipH="1">
            <a:off x="474090" y="245520"/>
            <a:ext cx="53615" cy="357730"/>
          </a:xfrm>
          <a:prstGeom prst="roundRect">
            <a:avLst>
              <a:gd name="adj" fmla="val 21659"/>
            </a:avLst>
          </a:prstGeom>
          <a:solidFill>
            <a:srgbClr val="F523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7" name="文本占位符 6"/>
          <p:cNvSpPr>
            <a:spLocks noGrp="1"/>
          </p:cNvSpPr>
          <p:nvPr>
            <p:ph type="body" sz="quarter" idx="10" hasCustomPrompt="1"/>
          </p:nvPr>
        </p:nvSpPr>
        <p:spPr>
          <a:xfrm>
            <a:off x="731520" y="233364"/>
            <a:ext cx="7112000" cy="416877"/>
          </a:xfrm>
          <a:prstGeom prst="rect">
            <a:avLst/>
          </a:prstGeom>
        </p:spPr>
        <p:txBody>
          <a:bodyPr/>
          <a:lstStyle>
            <a:lvl1pPr marL="0" indent="0">
              <a:buNone/>
              <a:defRPr lang="zh-CN" altLang="en-US" sz="2400" b="1" i="0" dirty="0">
                <a:solidFill>
                  <a:schemeClr val="tx1">
                    <a:lumMod val="75000"/>
                    <a:lumOff val="25000"/>
                  </a:schemeClr>
                </a:solidFill>
                <a:latin typeface="微软雅黑" panose="020B0503020204020204" charset="-122"/>
                <a:ea typeface="微软雅黑" panose="020B0503020204020204" charset="-122"/>
              </a:defRPr>
            </a:lvl1pPr>
          </a:lstStyle>
          <a:p>
            <a:pPr lvl="0"/>
            <a:r>
              <a:rPr kumimoji="1" lang="zh-CN" altLang="en-US" dirty="0"/>
              <a:t>此处替换标题</a:t>
            </a:r>
            <a:endParaRPr kumimoji="1" lang="zh-CN" altLang="en-US" dirty="0"/>
          </a:p>
        </p:txBody>
      </p:sp>
      <p:sp>
        <p:nvSpPr>
          <p:cNvPr id="8" name="文本占位符 7"/>
          <p:cNvSpPr>
            <a:spLocks noGrp="1"/>
          </p:cNvSpPr>
          <p:nvPr>
            <p:ph type="body" sz="quarter" idx="11" hasCustomPrompt="1"/>
          </p:nvPr>
        </p:nvSpPr>
        <p:spPr>
          <a:xfrm>
            <a:off x="1676400" y="1169034"/>
            <a:ext cx="9743440" cy="4723766"/>
          </a:xfrm>
          <a:prstGeom prst="rect">
            <a:avLst/>
          </a:prstGeom>
        </p:spPr>
        <p:txBody>
          <a:bodyPr/>
          <a:lstStyle>
            <a:lvl1pPr marL="0" marR="0" indent="0" algn="just" defTabSz="685800" rtl="0" eaLnBrk="1" fontAlgn="auto" latinLnBrk="0" hangingPunct="1">
              <a:lnSpc>
                <a:spcPct val="200000"/>
              </a:lnSpc>
              <a:spcBef>
                <a:spcPts val="0"/>
              </a:spcBef>
              <a:spcAft>
                <a:spcPts val="0"/>
              </a:spcAft>
              <a:buClrTx/>
              <a:buSzTx/>
              <a:buFont typeface="Arial" panose="020B0604020202090204" pitchFamily="34" charset="0"/>
              <a:buNone/>
              <a:defRPr sz="1600" b="0" i="0">
                <a:solidFill>
                  <a:schemeClr val="tx1">
                    <a:lumMod val="75000"/>
                    <a:lumOff val="25000"/>
                  </a:schemeClr>
                </a:solidFill>
                <a:latin typeface="微软雅黑" panose="020B0503020204020204" charset="-122"/>
                <a:ea typeface="微软雅黑" panose="020B0503020204020204" charset="-122"/>
              </a:defRPr>
            </a:lvl1pPr>
            <a:lvl2pPr marL="342900" indent="0">
              <a:buNone/>
              <a:defRPr b="0" i="0">
                <a:latin typeface="微软雅黑" panose="020B0503020204020204" charset="-122"/>
                <a:ea typeface="微软雅黑" panose="020B0503020204020204" charset="-122"/>
              </a:defRPr>
            </a:lvl2pPr>
            <a:lvl3pPr marL="685800" indent="0">
              <a:buNone/>
              <a:defRPr b="0" i="0">
                <a:latin typeface="微软雅黑" panose="020B0503020204020204" charset="-122"/>
                <a:ea typeface="微软雅黑" panose="020B0503020204020204" charset="-122"/>
              </a:defRPr>
            </a:lvl3pPr>
            <a:lvl4pPr marL="1028700" indent="0">
              <a:buNone/>
              <a:defRPr b="0" i="0">
                <a:latin typeface="微软雅黑" panose="020B0503020204020204" charset="-122"/>
                <a:ea typeface="微软雅黑" panose="020B0503020204020204" charset="-122"/>
              </a:defRPr>
            </a:lvl4pPr>
            <a:lvl5pPr marL="1371600" indent="0">
              <a:buNone/>
              <a:defRPr b="0" i="0">
                <a:latin typeface="微软雅黑" panose="020B0503020204020204" charset="-122"/>
                <a:ea typeface="微软雅黑" panose="020B0503020204020204" charset="-122"/>
              </a:defRPr>
            </a:lvl5pPr>
          </a:lstStyle>
          <a:p>
            <a:pPr lvl="0"/>
            <a:r>
              <a:rPr kumimoji="1" lang="zh-CN" altLang="en-US" dirty="0"/>
              <a:t>此处替换内容</a:t>
            </a:r>
            <a:endParaRPr kumimoji="1" lang="en-US" altLang="zh-CN" dirty="0"/>
          </a:p>
          <a:p>
            <a:pPr lvl="0"/>
            <a:r>
              <a:rPr kumimoji="1" lang="zh-CN" altLang="en-US" dirty="0"/>
              <a:t>此处替换内容</a:t>
            </a:r>
            <a:endParaRPr kumimoji="1" lang="en-US" altLang="zh-CN" dirty="0"/>
          </a:p>
          <a:p>
            <a:pPr lvl="0"/>
            <a:r>
              <a:rPr kumimoji="1" lang="zh-CN" altLang="en-US" dirty="0"/>
              <a:t>此处替换内容</a:t>
            </a:r>
            <a:endParaRPr kumimoji="1" lang="en-US" altLang="zh-CN" dirty="0"/>
          </a:p>
        </p:txBody>
      </p:sp>
      <p:pic>
        <p:nvPicPr>
          <p:cNvPr id="11" name="图片 10"/>
          <p:cNvPicPr>
            <a:picLocks noChangeAspect="1"/>
          </p:cNvPicPr>
          <p:nvPr userDrawn="1"/>
        </p:nvPicPr>
        <p:blipFill rotWithShape="1">
          <a:blip r:embed="rId2" cstate="print"/>
          <a:srcRect/>
          <a:stretch>
            <a:fillRect/>
          </a:stretch>
        </p:blipFill>
        <p:spPr>
          <a:xfrm>
            <a:off x="11280913" y="6261651"/>
            <a:ext cx="568421" cy="309293"/>
          </a:xfrm>
          <a:prstGeom prst="rect">
            <a:avLst/>
          </a:prstGeom>
        </p:spPr>
      </p:pic>
      <p:pic>
        <p:nvPicPr>
          <p:cNvPr id="12" name="图片 11"/>
          <p:cNvPicPr>
            <a:picLocks noChangeAspect="1"/>
          </p:cNvPicPr>
          <p:nvPr userDrawn="1"/>
        </p:nvPicPr>
        <p:blipFill>
          <a:blip r:embed="rId3" cstate="screen"/>
          <a:stretch>
            <a:fillRect/>
          </a:stretch>
        </p:blipFill>
        <p:spPr>
          <a:xfrm>
            <a:off x="337695" y="6208213"/>
            <a:ext cx="1254100" cy="373431"/>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白页">
    <p:spTree>
      <p:nvGrpSpPr>
        <p:cNvPr id="1" name=""/>
        <p:cNvGrpSpPr/>
        <p:nvPr/>
      </p:nvGrpSpPr>
      <p:grpSpPr>
        <a:xfrm>
          <a:off x="0" y="0"/>
          <a:ext cx="0" cy="0"/>
          <a:chOff x="0" y="0"/>
          <a:chExt cx="0" cy="0"/>
        </a:xfrm>
      </p:grpSpPr>
      <p:pic>
        <p:nvPicPr>
          <p:cNvPr id="4" name="图片 3"/>
          <p:cNvPicPr>
            <a:picLocks noChangeAspect="1"/>
          </p:cNvPicPr>
          <p:nvPr userDrawn="1"/>
        </p:nvPicPr>
        <p:blipFill rotWithShape="1">
          <a:blip r:embed="rId2" cstate="print"/>
          <a:srcRect/>
          <a:stretch>
            <a:fillRect/>
          </a:stretch>
        </p:blipFill>
        <p:spPr>
          <a:xfrm>
            <a:off x="11280913" y="6261651"/>
            <a:ext cx="568421" cy="309293"/>
          </a:xfrm>
          <a:prstGeom prst="rect">
            <a:avLst/>
          </a:prstGeom>
        </p:spPr>
      </p:pic>
      <p:pic>
        <p:nvPicPr>
          <p:cNvPr id="5" name="图片 4"/>
          <p:cNvPicPr>
            <a:picLocks noChangeAspect="1"/>
          </p:cNvPicPr>
          <p:nvPr userDrawn="1"/>
        </p:nvPicPr>
        <p:blipFill>
          <a:blip r:embed="rId3" cstate="screen"/>
          <a:stretch>
            <a:fillRect/>
          </a:stretch>
        </p:blipFill>
        <p:spPr>
          <a:xfrm>
            <a:off x="337695" y="6208213"/>
            <a:ext cx="1254100" cy="373431"/>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封底">
    <p:bg>
      <p:bgPr>
        <a:solidFill>
          <a:srgbClr val="F2242F"/>
        </a:solidFill>
        <a:effectLst/>
      </p:bgPr>
    </p:bg>
    <p:spTree>
      <p:nvGrpSpPr>
        <p:cNvPr id="1" name=""/>
        <p:cNvGrpSpPr/>
        <p:nvPr/>
      </p:nvGrpSpPr>
      <p:grpSpPr>
        <a:xfrm>
          <a:off x="0" y="0"/>
          <a:ext cx="0" cy="0"/>
          <a:chOff x="0" y="0"/>
          <a:chExt cx="0" cy="0"/>
        </a:xfrm>
      </p:grpSpPr>
      <p:sp>
        <p:nvSpPr>
          <p:cNvPr id="8" name="单圆角矩形 7"/>
          <p:cNvSpPr/>
          <p:nvPr userDrawn="1"/>
        </p:nvSpPr>
        <p:spPr>
          <a:xfrm rot="10800000" flipH="1">
            <a:off x="0" y="0"/>
            <a:ext cx="12029440" cy="6715760"/>
          </a:xfrm>
          <a:prstGeom prst="round1Rect">
            <a:avLst>
              <a:gd name="adj" fmla="val 1425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p>
        </p:txBody>
      </p:sp>
      <p:pic>
        <p:nvPicPr>
          <p:cNvPr id="6" name="图片 5"/>
          <p:cNvPicPr>
            <a:picLocks noChangeAspect="1"/>
          </p:cNvPicPr>
          <p:nvPr userDrawn="1"/>
        </p:nvPicPr>
        <p:blipFill>
          <a:blip r:embed="rId2" cstate="screen"/>
          <a:stretch>
            <a:fillRect/>
          </a:stretch>
        </p:blipFill>
        <p:spPr>
          <a:xfrm>
            <a:off x="619744" y="2107096"/>
            <a:ext cx="4943096" cy="1406276"/>
          </a:xfrm>
          <a:prstGeom prst="rect">
            <a:avLst/>
          </a:prstGeom>
        </p:spPr>
      </p:pic>
      <p:pic>
        <p:nvPicPr>
          <p:cNvPr id="5" name="图片 4"/>
          <p:cNvPicPr>
            <a:picLocks noChangeAspect="1"/>
          </p:cNvPicPr>
          <p:nvPr userDrawn="1"/>
        </p:nvPicPr>
        <p:blipFill rotWithShape="1">
          <a:blip r:embed="rId3" cstate="print"/>
          <a:srcRect/>
          <a:stretch>
            <a:fillRect/>
          </a:stretch>
        </p:blipFill>
        <p:spPr>
          <a:xfrm>
            <a:off x="606287" y="427381"/>
            <a:ext cx="568421" cy="30929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2.png"/><Relationship Id="rId6" Type="http://schemas.openxmlformats.org/officeDocument/2006/relationships/image" Target="../media/image1.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image" Target="../media/image2.png"/><Relationship Id="rId7" Type="http://schemas.openxmlformats.org/officeDocument/2006/relationships/image" Target="../media/image1.png"/><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7" Type="http://schemas.openxmlformats.org/officeDocument/2006/relationships/tags" Target="../tags/tag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7" Type="http://schemas.openxmlformats.org/officeDocument/2006/relationships/slideLayout" Target="../slideLayouts/slideLayout24.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609600" y="1144591"/>
            <a:ext cx="10972800" cy="4951412"/>
          </a:xfrm>
          <a:prstGeom prst="rect">
            <a:avLst/>
          </a:prstGeom>
          <a:noFill/>
          <a:ln w="9525">
            <a:noFill/>
            <a:miter lim="800000"/>
          </a:ln>
        </p:spPr>
        <p:txBody>
          <a:bodyPr vert="horz" wrap="square" lIns="0" tIns="0" rIns="0" bIns="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dirty="0"/>
          </a:p>
        </p:txBody>
      </p:sp>
      <p:pic>
        <p:nvPicPr>
          <p:cNvPr id="6" name="图片 5" descr="logo.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0531565" y="98343"/>
            <a:ext cx="1253067" cy="301786"/>
          </a:xfrm>
          <a:prstGeom prst="rect">
            <a:avLst/>
          </a:prstGeom>
        </p:spPr>
      </p:pic>
      <p:sp>
        <p:nvSpPr>
          <p:cNvPr id="7" name="文本框 6"/>
          <p:cNvSpPr txBox="1"/>
          <p:nvPr userDrawn="1"/>
        </p:nvSpPr>
        <p:spPr>
          <a:xfrm>
            <a:off x="262467" y="48386"/>
            <a:ext cx="3421129" cy="400110"/>
          </a:xfrm>
          <a:prstGeom prst="rect">
            <a:avLst/>
          </a:prstGeom>
          <a:noFill/>
        </p:spPr>
        <p:txBody>
          <a:bodyPr wrap="square" rtlCol="0">
            <a:spAutoFit/>
          </a:bodyPr>
          <a:lstStyle/>
          <a:p>
            <a:r>
              <a:rPr kumimoji="1" lang="zh-CN" altLang="en-US" sz="2000" b="1" dirty="0">
                <a:solidFill>
                  <a:srgbClr val="FFFFFF"/>
                </a:solidFill>
                <a:latin typeface="微软雅黑" panose="020B0503020204020204" charset="-122"/>
                <a:ea typeface="微软雅黑" panose="020B0503020204020204" charset="-122"/>
                <a:cs typeface="微软雅黑" panose="020B0503020204020204" charset="-122"/>
              </a:rPr>
              <a:t>一、</a:t>
            </a:r>
            <a:r>
              <a:rPr kumimoji="1" lang="en-US" altLang="zh-CN" sz="2000" b="1" dirty="0">
                <a:solidFill>
                  <a:srgbClr val="FFFFFF"/>
                </a:solidFill>
                <a:latin typeface="微软雅黑" panose="020B0503020204020204" charset="-122"/>
                <a:ea typeface="微软雅黑" panose="020B0503020204020204" charset="-122"/>
                <a:cs typeface="微软雅黑" panose="020B0503020204020204" charset="-122"/>
              </a:rPr>
              <a:t>5</a:t>
            </a:r>
            <a:r>
              <a:rPr kumimoji="1" lang="zh-CN" altLang="en-US" sz="2000" b="1" dirty="0">
                <a:solidFill>
                  <a:srgbClr val="FFFFFF"/>
                </a:solidFill>
                <a:latin typeface="微软雅黑" panose="020B0503020204020204" charset="-122"/>
                <a:ea typeface="微软雅黑" panose="020B0503020204020204" charset="-122"/>
                <a:cs typeface="微软雅黑" panose="020B0503020204020204" charset="-122"/>
              </a:rPr>
              <a:t>月系列课督检工作总览</a:t>
            </a:r>
            <a:endParaRPr kumimoji="1" lang="zh-CN" altLang="en-US" sz="20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 name="矩形 7"/>
          <p:cNvSpPr/>
          <p:nvPr userDrawn="1"/>
        </p:nvSpPr>
        <p:spPr>
          <a:xfrm>
            <a:off x="0" y="0"/>
            <a:ext cx="12192000" cy="493614"/>
          </a:xfrm>
          <a:prstGeom prst="rect">
            <a:avLst/>
          </a:prstGeom>
          <a:solidFill>
            <a:srgbClr val="E71A06"/>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dirty="0"/>
          </a:p>
        </p:txBody>
      </p:sp>
      <p:pic>
        <p:nvPicPr>
          <p:cNvPr id="11" name="图片 10"/>
          <p:cNvPicPr>
            <a:picLocks noChangeAspect="1"/>
          </p:cNvPicPr>
          <p:nvPr userDrawn="1"/>
        </p:nvPicPr>
        <p:blipFill>
          <a:blip r:embed="rId7"/>
          <a:stretch>
            <a:fillRect/>
          </a:stretch>
        </p:blipFill>
        <p:spPr>
          <a:xfrm>
            <a:off x="11119194" y="131108"/>
            <a:ext cx="520587" cy="252000"/>
          </a:xfrm>
          <a:prstGeom prst="rect">
            <a:avLst/>
          </a:prstGeom>
        </p:spPr>
      </p:pic>
      <p:sp>
        <p:nvSpPr>
          <p:cNvPr id="12" name="幻灯片编号占位符 5"/>
          <p:cNvSpPr>
            <a:spLocks noGrp="1"/>
          </p:cNvSpPr>
          <p:nvPr>
            <p:ph type="sldNum" sz="quarter" idx="4"/>
          </p:nvPr>
        </p:nvSpPr>
        <p:spPr>
          <a:xfrm>
            <a:off x="8731063" y="131108"/>
            <a:ext cx="2133600" cy="273844"/>
          </a:xfrm>
          <a:prstGeom prst="rect">
            <a:avLst/>
          </a:prstGeom>
        </p:spPr>
        <p:txBody>
          <a:bodyPr vert="horz" lIns="91440" tIns="45720" rIns="91440" bIns="45720" rtlCol="0" anchor="ctr"/>
          <a:lstStyle>
            <a:lvl1pPr algn="r">
              <a:defRPr sz="1200" b="1" i="0">
                <a:solidFill>
                  <a:schemeClr val="bg1"/>
                </a:solidFill>
                <a:latin typeface="微软雅黑" panose="020B0503020204020204" charset="-122"/>
                <a:ea typeface="微软雅黑" panose="020B0503020204020204" charset="-122"/>
              </a:defRPr>
            </a:lvl1pPr>
          </a:lstStyle>
          <a:p>
            <a:fld id="{696117D3-903E-B14F-A411-030FC4C66767}" type="slidenum">
              <a:rPr kumimoji="1" lang="zh-CN" altLang="en-US" smtClean="0"/>
            </a:fld>
            <a:endParaRPr kumimoji="1"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l" rtl="0" eaLnBrk="1" fontAlgn="base" hangingPunct="1">
        <a:spcBef>
          <a:spcPct val="0"/>
        </a:spcBef>
        <a:spcAft>
          <a:spcPct val="0"/>
        </a:spcAft>
        <a:defRPr sz="2165">
          <a:solidFill>
            <a:srgbClr val="E11B22"/>
          </a:solidFill>
          <a:latin typeface="+mj-lt"/>
          <a:ea typeface="+mj-ea"/>
          <a:cs typeface="+mj-cs"/>
        </a:defRPr>
      </a:lvl1pPr>
      <a:lvl2pPr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2pPr>
      <a:lvl3pPr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3pPr>
      <a:lvl4pPr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4pPr>
      <a:lvl5pPr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5pPr>
      <a:lvl6pPr marL="495300"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6pPr>
      <a:lvl7pPr marL="990600"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7pPr>
      <a:lvl8pPr marL="1485900"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8pPr>
      <a:lvl9pPr marL="1981200"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9pPr>
    </p:titleStyle>
    <p:bodyStyle>
      <a:lvl1pPr marL="247650" indent="-247650" algn="l" rtl="0" eaLnBrk="1" fontAlgn="base" hangingPunct="1">
        <a:spcBef>
          <a:spcPts val="435"/>
        </a:spcBef>
        <a:spcAft>
          <a:spcPct val="0"/>
        </a:spcAft>
        <a:buClr>
          <a:schemeClr val="tx1"/>
        </a:buClr>
        <a:buFont typeface="Wingdings" panose="05000000000000000000" pitchFamily="2" charset="2"/>
        <a:buChar char="§"/>
        <a:defRPr sz="1515">
          <a:solidFill>
            <a:schemeClr val="tx1"/>
          </a:solidFill>
          <a:latin typeface="+mn-lt"/>
          <a:ea typeface="+mn-ea"/>
          <a:cs typeface="+mn-cs"/>
        </a:defRPr>
      </a:lvl1pPr>
      <a:lvl2pPr marL="619125" indent="-247650" algn="l" rtl="0" eaLnBrk="1" fontAlgn="base" hangingPunct="1">
        <a:spcBef>
          <a:spcPts val="435"/>
        </a:spcBef>
        <a:spcAft>
          <a:spcPct val="0"/>
        </a:spcAft>
        <a:buClr>
          <a:schemeClr val="tx1"/>
        </a:buClr>
        <a:buChar char="–"/>
        <a:defRPr sz="1515">
          <a:solidFill>
            <a:schemeClr val="tx1"/>
          </a:solidFill>
          <a:latin typeface="+mn-lt"/>
          <a:ea typeface="+mn-ea"/>
        </a:defRPr>
      </a:lvl2pPr>
      <a:lvl3pPr marL="990600" indent="-247650" algn="l" rtl="0" eaLnBrk="1" fontAlgn="base" hangingPunct="1">
        <a:spcBef>
          <a:spcPts val="435"/>
        </a:spcBef>
        <a:spcAft>
          <a:spcPct val="0"/>
        </a:spcAft>
        <a:buClr>
          <a:schemeClr val="tx1"/>
        </a:buClr>
        <a:buChar char="•"/>
        <a:defRPr sz="1515">
          <a:solidFill>
            <a:schemeClr val="tx1"/>
          </a:solidFill>
          <a:latin typeface="+mn-lt"/>
          <a:ea typeface="+mn-ea"/>
        </a:defRPr>
      </a:lvl3pPr>
      <a:lvl4pPr marL="1358265" indent="-244475" algn="l" rtl="0" eaLnBrk="1" fontAlgn="base" hangingPunct="1">
        <a:spcBef>
          <a:spcPts val="435"/>
        </a:spcBef>
        <a:spcAft>
          <a:spcPct val="0"/>
        </a:spcAft>
        <a:buClr>
          <a:schemeClr val="tx1"/>
        </a:buClr>
        <a:buFont typeface="Wingdings" panose="05000000000000000000" pitchFamily="2" charset="2"/>
        <a:buChar char=""/>
        <a:defRPr sz="1515">
          <a:solidFill>
            <a:schemeClr val="tx1"/>
          </a:solidFill>
          <a:latin typeface="+mn-lt"/>
          <a:ea typeface="+mn-ea"/>
        </a:defRPr>
      </a:lvl4pPr>
      <a:lvl5pPr marL="1733550" indent="-250825" algn="l" rtl="0" eaLnBrk="1" fontAlgn="base" hangingPunct="1">
        <a:spcBef>
          <a:spcPts val="435"/>
        </a:spcBef>
        <a:spcAft>
          <a:spcPct val="0"/>
        </a:spcAft>
        <a:buClr>
          <a:schemeClr val="tx1"/>
        </a:buClr>
        <a:buFont typeface="Arial" panose="020B0604020202090204" pitchFamily="34" charset="0"/>
        <a:buChar char="-"/>
        <a:defRPr sz="1515">
          <a:solidFill>
            <a:schemeClr val="tx1"/>
          </a:solidFill>
          <a:latin typeface="+mn-lt"/>
          <a:ea typeface="+mn-ea"/>
        </a:defRPr>
      </a:lvl5pPr>
      <a:lvl6pPr marL="2228215" indent="-250825" algn="l" rtl="0" eaLnBrk="1" fontAlgn="base" hangingPunct="1">
        <a:spcBef>
          <a:spcPct val="25000"/>
        </a:spcBef>
        <a:spcAft>
          <a:spcPct val="0"/>
        </a:spcAft>
        <a:buClr>
          <a:schemeClr val="tx1"/>
        </a:buClr>
        <a:buChar char="»"/>
        <a:defRPr sz="1515">
          <a:solidFill>
            <a:schemeClr val="tx1"/>
          </a:solidFill>
          <a:latin typeface="+mn-lt"/>
          <a:ea typeface="+mn-ea"/>
        </a:defRPr>
      </a:lvl6pPr>
      <a:lvl7pPr marL="2723515" indent="-250825" algn="l" rtl="0" eaLnBrk="1" fontAlgn="base" hangingPunct="1">
        <a:spcBef>
          <a:spcPct val="25000"/>
        </a:spcBef>
        <a:spcAft>
          <a:spcPct val="0"/>
        </a:spcAft>
        <a:buClr>
          <a:schemeClr val="tx1"/>
        </a:buClr>
        <a:buChar char="»"/>
        <a:defRPr sz="1515">
          <a:solidFill>
            <a:schemeClr val="tx1"/>
          </a:solidFill>
          <a:latin typeface="+mn-lt"/>
          <a:ea typeface="+mn-ea"/>
        </a:defRPr>
      </a:lvl7pPr>
      <a:lvl8pPr marL="3218815" indent="-250825" algn="l" rtl="0" eaLnBrk="1" fontAlgn="base" hangingPunct="1">
        <a:spcBef>
          <a:spcPct val="25000"/>
        </a:spcBef>
        <a:spcAft>
          <a:spcPct val="0"/>
        </a:spcAft>
        <a:buClr>
          <a:schemeClr val="tx1"/>
        </a:buClr>
        <a:buChar char="»"/>
        <a:defRPr sz="1515">
          <a:solidFill>
            <a:schemeClr val="tx1"/>
          </a:solidFill>
          <a:latin typeface="+mn-lt"/>
          <a:ea typeface="+mn-ea"/>
        </a:defRPr>
      </a:lvl8pPr>
      <a:lvl9pPr marL="3714115" indent="-250825" algn="l" rtl="0" eaLnBrk="1" fontAlgn="base" hangingPunct="1">
        <a:spcBef>
          <a:spcPct val="25000"/>
        </a:spcBef>
        <a:spcAft>
          <a:spcPct val="0"/>
        </a:spcAft>
        <a:buClr>
          <a:schemeClr val="tx1"/>
        </a:buClr>
        <a:buChar char="»"/>
        <a:defRPr sz="1515">
          <a:solidFill>
            <a:schemeClr val="tx1"/>
          </a:solidFill>
          <a:latin typeface="+mn-lt"/>
          <a:ea typeface="+mn-ea"/>
        </a:defRPr>
      </a:lvl9pPr>
    </p:bodyStyle>
    <p:otherStyle>
      <a:defPPr>
        <a:defRPr lang="en-US"/>
      </a:defPPr>
      <a:lvl1pPr marL="0" algn="l" defTabSz="990600" rtl="0" eaLnBrk="1" latinLnBrk="0" hangingPunct="1">
        <a:defRPr sz="1950" kern="1200">
          <a:solidFill>
            <a:schemeClr val="tx1"/>
          </a:solidFill>
          <a:latin typeface="+mn-lt"/>
          <a:ea typeface="+mn-ea"/>
          <a:cs typeface="+mn-cs"/>
        </a:defRPr>
      </a:lvl1pPr>
      <a:lvl2pPr marL="495300" algn="l" defTabSz="990600" rtl="0" eaLnBrk="1" latinLnBrk="0" hangingPunct="1">
        <a:defRPr sz="1950" kern="1200">
          <a:solidFill>
            <a:schemeClr val="tx1"/>
          </a:solidFill>
          <a:latin typeface="+mn-lt"/>
          <a:ea typeface="+mn-ea"/>
          <a:cs typeface="+mn-cs"/>
        </a:defRPr>
      </a:lvl2pPr>
      <a:lvl3pPr marL="990600" algn="l" defTabSz="990600" rtl="0" eaLnBrk="1" latinLnBrk="0" hangingPunct="1">
        <a:defRPr sz="1950" kern="1200">
          <a:solidFill>
            <a:schemeClr val="tx1"/>
          </a:solidFill>
          <a:latin typeface="+mn-lt"/>
          <a:ea typeface="+mn-ea"/>
          <a:cs typeface="+mn-cs"/>
        </a:defRPr>
      </a:lvl3pPr>
      <a:lvl4pPr marL="1485900" algn="l" defTabSz="990600" rtl="0" eaLnBrk="1" latinLnBrk="0" hangingPunct="1">
        <a:defRPr sz="1950" kern="1200">
          <a:solidFill>
            <a:schemeClr val="tx1"/>
          </a:solidFill>
          <a:latin typeface="+mn-lt"/>
          <a:ea typeface="+mn-ea"/>
          <a:cs typeface="+mn-cs"/>
        </a:defRPr>
      </a:lvl4pPr>
      <a:lvl5pPr marL="1981200" algn="l" defTabSz="990600" rtl="0" eaLnBrk="1" latinLnBrk="0" hangingPunct="1">
        <a:defRPr sz="1950" kern="1200">
          <a:solidFill>
            <a:schemeClr val="tx1"/>
          </a:solidFill>
          <a:latin typeface="+mn-lt"/>
          <a:ea typeface="+mn-ea"/>
          <a:cs typeface="+mn-cs"/>
        </a:defRPr>
      </a:lvl5pPr>
      <a:lvl6pPr marL="2475865" algn="l" defTabSz="990600" rtl="0" eaLnBrk="1" latinLnBrk="0" hangingPunct="1">
        <a:defRPr sz="1950" kern="1200">
          <a:solidFill>
            <a:schemeClr val="tx1"/>
          </a:solidFill>
          <a:latin typeface="+mn-lt"/>
          <a:ea typeface="+mn-ea"/>
          <a:cs typeface="+mn-cs"/>
        </a:defRPr>
      </a:lvl6pPr>
      <a:lvl7pPr marL="2971165" algn="l" defTabSz="990600" rtl="0" eaLnBrk="1" latinLnBrk="0" hangingPunct="1">
        <a:defRPr sz="1950" kern="1200">
          <a:solidFill>
            <a:schemeClr val="tx1"/>
          </a:solidFill>
          <a:latin typeface="+mn-lt"/>
          <a:ea typeface="+mn-ea"/>
          <a:cs typeface="+mn-cs"/>
        </a:defRPr>
      </a:lvl7pPr>
      <a:lvl8pPr marL="3466465" algn="l" defTabSz="990600" rtl="0" eaLnBrk="1" latinLnBrk="0" hangingPunct="1">
        <a:defRPr sz="1950" kern="1200">
          <a:solidFill>
            <a:schemeClr val="tx1"/>
          </a:solidFill>
          <a:latin typeface="+mn-lt"/>
          <a:ea typeface="+mn-ea"/>
          <a:cs typeface="+mn-cs"/>
        </a:defRPr>
      </a:lvl8pPr>
      <a:lvl9pPr marL="3961765" algn="l" defTabSz="990600" rtl="0" eaLnBrk="1" latinLnBrk="0" hangingPunct="1">
        <a:defRPr sz="19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609600" y="1144591"/>
            <a:ext cx="10972800" cy="4951412"/>
          </a:xfrm>
          <a:prstGeom prst="rect">
            <a:avLst/>
          </a:prstGeom>
          <a:noFill/>
          <a:ln w="9525">
            <a:noFill/>
            <a:miter lim="800000"/>
          </a:ln>
        </p:spPr>
        <p:txBody>
          <a:bodyPr vert="horz" wrap="square" lIns="0" tIns="0" rIns="0" bIns="0" numCol="1" anchor="t" anchorCtr="0" compatLnSpc="1"/>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en-US" dirty="0"/>
          </a:p>
        </p:txBody>
      </p:sp>
      <p:pic>
        <p:nvPicPr>
          <p:cNvPr id="6" name="图片 5" descr="logo.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531565" y="98343"/>
            <a:ext cx="1253067" cy="301786"/>
          </a:xfrm>
          <a:prstGeom prst="rect">
            <a:avLst/>
          </a:prstGeom>
        </p:spPr>
      </p:pic>
      <p:sp>
        <p:nvSpPr>
          <p:cNvPr id="7" name="文本框 6"/>
          <p:cNvSpPr txBox="1"/>
          <p:nvPr userDrawn="1"/>
        </p:nvSpPr>
        <p:spPr>
          <a:xfrm>
            <a:off x="262467" y="48386"/>
            <a:ext cx="3421129" cy="400110"/>
          </a:xfrm>
          <a:prstGeom prst="rect">
            <a:avLst/>
          </a:prstGeom>
          <a:noFill/>
        </p:spPr>
        <p:txBody>
          <a:bodyPr wrap="square" rtlCol="0">
            <a:spAutoFit/>
          </a:bodyPr>
          <a:lstStyle/>
          <a:p>
            <a:r>
              <a:rPr kumimoji="1" lang="zh-CN" altLang="en-US" sz="2000" b="1" dirty="0">
                <a:solidFill>
                  <a:srgbClr val="FFFFFF"/>
                </a:solidFill>
                <a:latin typeface="微软雅黑" panose="020B0503020204020204" charset="-122"/>
                <a:ea typeface="微软雅黑" panose="020B0503020204020204" charset="-122"/>
                <a:cs typeface="微软雅黑" panose="020B0503020204020204" charset="-122"/>
              </a:rPr>
              <a:t>一、</a:t>
            </a:r>
            <a:r>
              <a:rPr kumimoji="1" lang="en-US" altLang="zh-CN" sz="2000" b="1" dirty="0">
                <a:solidFill>
                  <a:srgbClr val="FFFFFF"/>
                </a:solidFill>
                <a:latin typeface="微软雅黑" panose="020B0503020204020204" charset="-122"/>
                <a:ea typeface="微软雅黑" panose="020B0503020204020204" charset="-122"/>
                <a:cs typeface="微软雅黑" panose="020B0503020204020204" charset="-122"/>
              </a:rPr>
              <a:t>5</a:t>
            </a:r>
            <a:r>
              <a:rPr kumimoji="1" lang="zh-CN" altLang="en-US" sz="2000" b="1" dirty="0">
                <a:solidFill>
                  <a:srgbClr val="FFFFFF"/>
                </a:solidFill>
                <a:latin typeface="微软雅黑" panose="020B0503020204020204" charset="-122"/>
                <a:ea typeface="微软雅黑" panose="020B0503020204020204" charset="-122"/>
                <a:cs typeface="微软雅黑" panose="020B0503020204020204" charset="-122"/>
              </a:rPr>
              <a:t>月系列课督检工作总览</a:t>
            </a:r>
            <a:endParaRPr kumimoji="1" lang="zh-CN" altLang="en-US" sz="20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 name="矩形 7"/>
          <p:cNvSpPr/>
          <p:nvPr userDrawn="1"/>
        </p:nvSpPr>
        <p:spPr>
          <a:xfrm>
            <a:off x="0" y="0"/>
            <a:ext cx="12192000" cy="493614"/>
          </a:xfrm>
          <a:prstGeom prst="rect">
            <a:avLst/>
          </a:prstGeom>
          <a:solidFill>
            <a:srgbClr val="E71A06"/>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kumimoji="1" lang="zh-CN" altLang="en-US" dirty="0"/>
          </a:p>
        </p:txBody>
      </p:sp>
      <p:pic>
        <p:nvPicPr>
          <p:cNvPr id="11" name="图片 10"/>
          <p:cNvPicPr>
            <a:picLocks noChangeAspect="1"/>
          </p:cNvPicPr>
          <p:nvPr userDrawn="1"/>
        </p:nvPicPr>
        <p:blipFill>
          <a:blip r:embed="rId8"/>
          <a:stretch>
            <a:fillRect/>
          </a:stretch>
        </p:blipFill>
        <p:spPr>
          <a:xfrm>
            <a:off x="11119194" y="131108"/>
            <a:ext cx="520587" cy="252000"/>
          </a:xfrm>
          <a:prstGeom prst="rect">
            <a:avLst/>
          </a:prstGeom>
        </p:spPr>
      </p:pic>
      <p:sp>
        <p:nvSpPr>
          <p:cNvPr id="12" name="幻灯片编号占位符 5"/>
          <p:cNvSpPr>
            <a:spLocks noGrp="1"/>
          </p:cNvSpPr>
          <p:nvPr>
            <p:ph type="sldNum" sz="quarter" idx="4"/>
          </p:nvPr>
        </p:nvSpPr>
        <p:spPr>
          <a:xfrm>
            <a:off x="8731063" y="131108"/>
            <a:ext cx="2133600" cy="273844"/>
          </a:xfrm>
          <a:prstGeom prst="rect">
            <a:avLst/>
          </a:prstGeom>
        </p:spPr>
        <p:txBody>
          <a:bodyPr vert="horz" lIns="91440" tIns="45720" rIns="91440" bIns="45720" rtlCol="0" anchor="ctr"/>
          <a:lstStyle>
            <a:lvl1pPr algn="r">
              <a:defRPr sz="1200" b="1" i="0">
                <a:solidFill>
                  <a:schemeClr val="bg1"/>
                </a:solidFill>
                <a:latin typeface="微软雅黑" panose="020B0503020204020204" charset="-122"/>
                <a:ea typeface="微软雅黑" panose="020B0503020204020204" charset="-122"/>
              </a:defRPr>
            </a:lvl1pPr>
          </a:lstStyle>
          <a:p>
            <a:fld id="{696117D3-903E-B14F-A411-030FC4C66767}" type="slidenum">
              <a:rPr kumimoji="1" lang="zh-CN" altLang="en-US" smtClean="0"/>
            </a:fld>
            <a:endParaRPr kumimoji="1" lang="zh-CN" altLang="en-US" dirty="0"/>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Lst>
  <p:hf hdr="0" ftr="0" dt="0"/>
  <p:txStyles>
    <p:titleStyle>
      <a:lvl1pPr algn="l" rtl="0" eaLnBrk="1" fontAlgn="base" hangingPunct="1">
        <a:spcBef>
          <a:spcPct val="0"/>
        </a:spcBef>
        <a:spcAft>
          <a:spcPct val="0"/>
        </a:spcAft>
        <a:defRPr sz="2165">
          <a:solidFill>
            <a:srgbClr val="E11B22"/>
          </a:solidFill>
          <a:latin typeface="+mj-lt"/>
          <a:ea typeface="+mj-ea"/>
          <a:cs typeface="+mj-cs"/>
        </a:defRPr>
      </a:lvl1pPr>
      <a:lvl2pPr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2pPr>
      <a:lvl3pPr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3pPr>
      <a:lvl4pPr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4pPr>
      <a:lvl5pPr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5pPr>
      <a:lvl6pPr marL="495300"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6pPr>
      <a:lvl7pPr marL="990600"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7pPr>
      <a:lvl8pPr marL="1485900"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8pPr>
      <a:lvl9pPr marL="1981200"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9pPr>
    </p:titleStyle>
    <p:bodyStyle>
      <a:lvl1pPr marL="247650" indent="-247650" algn="l" rtl="0" eaLnBrk="1" fontAlgn="base" hangingPunct="1">
        <a:spcBef>
          <a:spcPts val="435"/>
        </a:spcBef>
        <a:spcAft>
          <a:spcPct val="0"/>
        </a:spcAft>
        <a:buClr>
          <a:schemeClr val="tx1"/>
        </a:buClr>
        <a:buFont typeface="Wingdings" panose="05000000000000000000" pitchFamily="2" charset="2"/>
        <a:buChar char="§"/>
        <a:defRPr sz="1515">
          <a:solidFill>
            <a:schemeClr val="tx1"/>
          </a:solidFill>
          <a:latin typeface="+mn-lt"/>
          <a:ea typeface="+mn-ea"/>
          <a:cs typeface="+mn-cs"/>
        </a:defRPr>
      </a:lvl1pPr>
      <a:lvl2pPr marL="619125" indent="-247650" algn="l" rtl="0" eaLnBrk="1" fontAlgn="base" hangingPunct="1">
        <a:spcBef>
          <a:spcPts val="435"/>
        </a:spcBef>
        <a:spcAft>
          <a:spcPct val="0"/>
        </a:spcAft>
        <a:buClr>
          <a:schemeClr val="tx1"/>
        </a:buClr>
        <a:buChar char="–"/>
        <a:defRPr sz="1515">
          <a:solidFill>
            <a:schemeClr val="tx1"/>
          </a:solidFill>
          <a:latin typeface="+mn-lt"/>
          <a:ea typeface="+mn-ea"/>
        </a:defRPr>
      </a:lvl2pPr>
      <a:lvl3pPr marL="990600" indent="-247650" algn="l" rtl="0" eaLnBrk="1" fontAlgn="base" hangingPunct="1">
        <a:spcBef>
          <a:spcPts val="435"/>
        </a:spcBef>
        <a:spcAft>
          <a:spcPct val="0"/>
        </a:spcAft>
        <a:buClr>
          <a:schemeClr val="tx1"/>
        </a:buClr>
        <a:buChar char="•"/>
        <a:defRPr sz="1515">
          <a:solidFill>
            <a:schemeClr val="tx1"/>
          </a:solidFill>
          <a:latin typeface="+mn-lt"/>
          <a:ea typeface="+mn-ea"/>
        </a:defRPr>
      </a:lvl3pPr>
      <a:lvl4pPr marL="1358265" indent="-244475" algn="l" rtl="0" eaLnBrk="1" fontAlgn="base" hangingPunct="1">
        <a:spcBef>
          <a:spcPts val="435"/>
        </a:spcBef>
        <a:spcAft>
          <a:spcPct val="0"/>
        </a:spcAft>
        <a:buClr>
          <a:schemeClr val="tx1"/>
        </a:buClr>
        <a:buFont typeface="Wingdings" panose="05000000000000000000" pitchFamily="2" charset="2"/>
        <a:buChar char=""/>
        <a:defRPr sz="1515">
          <a:solidFill>
            <a:schemeClr val="tx1"/>
          </a:solidFill>
          <a:latin typeface="+mn-lt"/>
          <a:ea typeface="+mn-ea"/>
        </a:defRPr>
      </a:lvl4pPr>
      <a:lvl5pPr marL="1733550" indent="-250825" algn="l" rtl="0" eaLnBrk="1" fontAlgn="base" hangingPunct="1">
        <a:spcBef>
          <a:spcPts val="435"/>
        </a:spcBef>
        <a:spcAft>
          <a:spcPct val="0"/>
        </a:spcAft>
        <a:buClr>
          <a:schemeClr val="tx1"/>
        </a:buClr>
        <a:buFont typeface="Arial" panose="020B0604020202090204" pitchFamily="34" charset="0"/>
        <a:buChar char="-"/>
        <a:defRPr sz="1515">
          <a:solidFill>
            <a:schemeClr val="tx1"/>
          </a:solidFill>
          <a:latin typeface="+mn-lt"/>
          <a:ea typeface="+mn-ea"/>
        </a:defRPr>
      </a:lvl5pPr>
      <a:lvl6pPr marL="2228215" indent="-250825" algn="l" rtl="0" eaLnBrk="1" fontAlgn="base" hangingPunct="1">
        <a:spcBef>
          <a:spcPct val="25000"/>
        </a:spcBef>
        <a:spcAft>
          <a:spcPct val="0"/>
        </a:spcAft>
        <a:buClr>
          <a:schemeClr val="tx1"/>
        </a:buClr>
        <a:buChar char="»"/>
        <a:defRPr sz="1515">
          <a:solidFill>
            <a:schemeClr val="tx1"/>
          </a:solidFill>
          <a:latin typeface="+mn-lt"/>
          <a:ea typeface="+mn-ea"/>
        </a:defRPr>
      </a:lvl6pPr>
      <a:lvl7pPr marL="2723515" indent="-250825" algn="l" rtl="0" eaLnBrk="1" fontAlgn="base" hangingPunct="1">
        <a:spcBef>
          <a:spcPct val="25000"/>
        </a:spcBef>
        <a:spcAft>
          <a:spcPct val="0"/>
        </a:spcAft>
        <a:buClr>
          <a:schemeClr val="tx1"/>
        </a:buClr>
        <a:buChar char="»"/>
        <a:defRPr sz="1515">
          <a:solidFill>
            <a:schemeClr val="tx1"/>
          </a:solidFill>
          <a:latin typeface="+mn-lt"/>
          <a:ea typeface="+mn-ea"/>
        </a:defRPr>
      </a:lvl7pPr>
      <a:lvl8pPr marL="3218815" indent="-250825" algn="l" rtl="0" eaLnBrk="1" fontAlgn="base" hangingPunct="1">
        <a:spcBef>
          <a:spcPct val="25000"/>
        </a:spcBef>
        <a:spcAft>
          <a:spcPct val="0"/>
        </a:spcAft>
        <a:buClr>
          <a:schemeClr val="tx1"/>
        </a:buClr>
        <a:buChar char="»"/>
        <a:defRPr sz="1515">
          <a:solidFill>
            <a:schemeClr val="tx1"/>
          </a:solidFill>
          <a:latin typeface="+mn-lt"/>
          <a:ea typeface="+mn-ea"/>
        </a:defRPr>
      </a:lvl8pPr>
      <a:lvl9pPr marL="3714115" indent="-250825" algn="l" rtl="0" eaLnBrk="1" fontAlgn="base" hangingPunct="1">
        <a:spcBef>
          <a:spcPct val="25000"/>
        </a:spcBef>
        <a:spcAft>
          <a:spcPct val="0"/>
        </a:spcAft>
        <a:buClr>
          <a:schemeClr val="tx1"/>
        </a:buClr>
        <a:buChar char="»"/>
        <a:defRPr sz="1515">
          <a:solidFill>
            <a:schemeClr val="tx1"/>
          </a:solidFill>
          <a:latin typeface="+mn-lt"/>
          <a:ea typeface="+mn-ea"/>
        </a:defRPr>
      </a:lvl9pPr>
    </p:bodyStyle>
    <p:otherStyle>
      <a:defPPr>
        <a:defRPr lang="en-US"/>
      </a:defPPr>
      <a:lvl1pPr marL="0" algn="l" defTabSz="990600" rtl="0" eaLnBrk="1" latinLnBrk="0" hangingPunct="1">
        <a:defRPr sz="1950" kern="1200">
          <a:solidFill>
            <a:schemeClr val="tx1"/>
          </a:solidFill>
          <a:latin typeface="+mn-lt"/>
          <a:ea typeface="+mn-ea"/>
          <a:cs typeface="+mn-cs"/>
        </a:defRPr>
      </a:lvl1pPr>
      <a:lvl2pPr marL="495300" algn="l" defTabSz="990600" rtl="0" eaLnBrk="1" latinLnBrk="0" hangingPunct="1">
        <a:defRPr sz="1950" kern="1200">
          <a:solidFill>
            <a:schemeClr val="tx1"/>
          </a:solidFill>
          <a:latin typeface="+mn-lt"/>
          <a:ea typeface="+mn-ea"/>
          <a:cs typeface="+mn-cs"/>
        </a:defRPr>
      </a:lvl2pPr>
      <a:lvl3pPr marL="990600" algn="l" defTabSz="990600" rtl="0" eaLnBrk="1" latinLnBrk="0" hangingPunct="1">
        <a:defRPr sz="1950" kern="1200">
          <a:solidFill>
            <a:schemeClr val="tx1"/>
          </a:solidFill>
          <a:latin typeface="+mn-lt"/>
          <a:ea typeface="+mn-ea"/>
          <a:cs typeface="+mn-cs"/>
        </a:defRPr>
      </a:lvl3pPr>
      <a:lvl4pPr marL="1485900" algn="l" defTabSz="990600" rtl="0" eaLnBrk="1" latinLnBrk="0" hangingPunct="1">
        <a:defRPr sz="1950" kern="1200">
          <a:solidFill>
            <a:schemeClr val="tx1"/>
          </a:solidFill>
          <a:latin typeface="+mn-lt"/>
          <a:ea typeface="+mn-ea"/>
          <a:cs typeface="+mn-cs"/>
        </a:defRPr>
      </a:lvl4pPr>
      <a:lvl5pPr marL="1981200" algn="l" defTabSz="990600" rtl="0" eaLnBrk="1" latinLnBrk="0" hangingPunct="1">
        <a:defRPr sz="1950" kern="1200">
          <a:solidFill>
            <a:schemeClr val="tx1"/>
          </a:solidFill>
          <a:latin typeface="+mn-lt"/>
          <a:ea typeface="+mn-ea"/>
          <a:cs typeface="+mn-cs"/>
        </a:defRPr>
      </a:lvl5pPr>
      <a:lvl6pPr marL="2475865" algn="l" defTabSz="990600" rtl="0" eaLnBrk="1" latinLnBrk="0" hangingPunct="1">
        <a:defRPr sz="1950" kern="1200">
          <a:solidFill>
            <a:schemeClr val="tx1"/>
          </a:solidFill>
          <a:latin typeface="+mn-lt"/>
          <a:ea typeface="+mn-ea"/>
          <a:cs typeface="+mn-cs"/>
        </a:defRPr>
      </a:lvl6pPr>
      <a:lvl7pPr marL="2971165" algn="l" defTabSz="990600" rtl="0" eaLnBrk="1" latinLnBrk="0" hangingPunct="1">
        <a:defRPr sz="1950" kern="1200">
          <a:solidFill>
            <a:schemeClr val="tx1"/>
          </a:solidFill>
          <a:latin typeface="+mn-lt"/>
          <a:ea typeface="+mn-ea"/>
          <a:cs typeface="+mn-cs"/>
        </a:defRPr>
      </a:lvl7pPr>
      <a:lvl8pPr marL="3466465" algn="l" defTabSz="990600" rtl="0" eaLnBrk="1" latinLnBrk="0" hangingPunct="1">
        <a:defRPr sz="1950" kern="1200">
          <a:solidFill>
            <a:schemeClr val="tx1"/>
          </a:solidFill>
          <a:latin typeface="+mn-lt"/>
          <a:ea typeface="+mn-ea"/>
          <a:cs typeface="+mn-cs"/>
        </a:defRPr>
      </a:lvl8pPr>
      <a:lvl9pPr marL="3961765" algn="l" defTabSz="990600" rtl="0" eaLnBrk="1" latinLnBrk="0" hangingPunct="1">
        <a:defRPr sz="19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KSO_TEMPLATE" hidden="1"/>
          <p:cNvSpPr>
            <a:spLocks noChangeArrowheads="1"/>
          </p:cNvSpPr>
          <p:nvPr>
            <p:custDataLst>
              <p:tags r:id="rId7"/>
            </p:custDataLst>
          </p:nvPr>
        </p:nvSpPr>
        <p:spPr bwMode="auto">
          <a:xfrm>
            <a:off x="0" y="0"/>
            <a:ext cx="0" cy="0"/>
          </a:xfrm>
          <a:prstGeom prst="rect">
            <a:avLst/>
          </a:prstGeom>
          <a:solidFill>
            <a:schemeClr val="accent1"/>
          </a:solidFill>
          <a:ln w="9525">
            <a:solidFill>
              <a:schemeClr val="tx1"/>
            </a:solidFill>
            <a:round/>
          </a:ln>
        </p:spPr>
        <p:txBody>
          <a:bodyPr/>
          <a:lstStyle>
            <a:lvl1pPr>
              <a:defRPr>
                <a:solidFill>
                  <a:schemeClr val="tx1"/>
                </a:solidFill>
                <a:latin typeface="Arial" panose="020B0604020202090204" pitchFamily="34" charset="0"/>
                <a:ea typeface="黑体" panose="02010609060101010101" pitchFamily="49" charset="-122"/>
              </a:defRPr>
            </a:lvl1pPr>
            <a:lvl2pPr marL="742950" indent="-285750">
              <a:defRPr>
                <a:solidFill>
                  <a:schemeClr val="tx1"/>
                </a:solidFill>
                <a:latin typeface="Arial" panose="020B0604020202090204" pitchFamily="34" charset="0"/>
                <a:ea typeface="黑体" panose="02010609060101010101" pitchFamily="49" charset="-122"/>
              </a:defRPr>
            </a:lvl2pPr>
            <a:lvl3pPr marL="1143000" indent="-228600">
              <a:defRPr>
                <a:solidFill>
                  <a:schemeClr val="tx1"/>
                </a:solidFill>
                <a:latin typeface="Arial" panose="020B0604020202090204" pitchFamily="34" charset="0"/>
                <a:ea typeface="黑体" panose="02010609060101010101" pitchFamily="49" charset="-122"/>
              </a:defRPr>
            </a:lvl3pPr>
            <a:lvl4pPr marL="1600200" indent="-228600">
              <a:defRPr>
                <a:solidFill>
                  <a:schemeClr val="tx1"/>
                </a:solidFill>
                <a:latin typeface="Arial" panose="020B0604020202090204" pitchFamily="34" charset="0"/>
                <a:ea typeface="黑体" panose="02010609060101010101" pitchFamily="49" charset="-122"/>
              </a:defRPr>
            </a:lvl4pPr>
            <a:lvl5pPr marL="2057400" indent="-228600">
              <a:defRPr>
                <a:solidFill>
                  <a:schemeClr val="tx1"/>
                </a:solidFill>
                <a:latin typeface="Arial" panose="020B0604020202090204" pitchFamily="34" charset="0"/>
                <a:ea typeface="黑体" panose="02010609060101010101" pitchFamily="49"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黑体" panose="02010609060101010101" pitchFamily="49"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黑体" panose="02010609060101010101" pitchFamily="49"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黑体" panose="02010609060101010101" pitchFamily="49"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Lst>
  <p:hf sldNum="0" hdr="0"/>
  <p:txStyles>
    <p:titleStyle>
      <a:lvl1pPr marL="685800" indent="-685800" algn="l" rtl="0" eaLnBrk="0" fontAlgn="base" hangingPunct="0">
        <a:lnSpc>
          <a:spcPct val="90000"/>
        </a:lnSpc>
        <a:spcBef>
          <a:spcPct val="0"/>
        </a:spcBef>
        <a:spcAft>
          <a:spcPct val="0"/>
        </a:spcAft>
        <a:defRPr sz="3000" kern="1200">
          <a:solidFill>
            <a:srgbClr val="817C7C"/>
          </a:solidFill>
          <a:latin typeface="+mj-lt"/>
          <a:ea typeface="+mj-ea"/>
          <a:cs typeface="+mj-cs"/>
          <a:sym typeface="Calibri Light" panose="020F0302020204030204" pitchFamily="34" charset="0"/>
        </a:defRPr>
      </a:lvl1pPr>
      <a:lvl2pPr marL="685800" indent="-685800" algn="l" rtl="0" eaLnBrk="0" fontAlgn="base" hangingPunct="0">
        <a:lnSpc>
          <a:spcPct val="90000"/>
        </a:lnSpc>
        <a:spcBef>
          <a:spcPct val="0"/>
        </a:spcBef>
        <a:spcAft>
          <a:spcPct val="0"/>
        </a:spcAft>
        <a:defRPr sz="3000">
          <a:solidFill>
            <a:srgbClr val="817C7C"/>
          </a:solidFill>
          <a:latin typeface="Arial" panose="020B0604020202090204" pitchFamily="34" charset="0"/>
          <a:ea typeface="黑体" panose="02010609060101010101" pitchFamily="49" charset="-122"/>
          <a:sym typeface="Calibri Light" panose="020F0302020204030204" pitchFamily="34" charset="0"/>
        </a:defRPr>
      </a:lvl2pPr>
      <a:lvl3pPr marL="685800" indent="-685800" algn="l" rtl="0" eaLnBrk="0" fontAlgn="base" hangingPunct="0">
        <a:lnSpc>
          <a:spcPct val="90000"/>
        </a:lnSpc>
        <a:spcBef>
          <a:spcPct val="0"/>
        </a:spcBef>
        <a:spcAft>
          <a:spcPct val="0"/>
        </a:spcAft>
        <a:defRPr sz="3000">
          <a:solidFill>
            <a:srgbClr val="817C7C"/>
          </a:solidFill>
          <a:latin typeface="Arial" panose="020B0604020202090204" pitchFamily="34" charset="0"/>
          <a:ea typeface="黑体" panose="02010609060101010101" pitchFamily="49" charset="-122"/>
          <a:sym typeface="Calibri Light" panose="020F0302020204030204" pitchFamily="34" charset="0"/>
        </a:defRPr>
      </a:lvl3pPr>
      <a:lvl4pPr marL="685800" indent="-685800" algn="l" rtl="0" eaLnBrk="0" fontAlgn="base" hangingPunct="0">
        <a:lnSpc>
          <a:spcPct val="90000"/>
        </a:lnSpc>
        <a:spcBef>
          <a:spcPct val="0"/>
        </a:spcBef>
        <a:spcAft>
          <a:spcPct val="0"/>
        </a:spcAft>
        <a:defRPr sz="3000">
          <a:solidFill>
            <a:srgbClr val="817C7C"/>
          </a:solidFill>
          <a:latin typeface="Arial" panose="020B0604020202090204" pitchFamily="34" charset="0"/>
          <a:ea typeface="黑体" panose="02010609060101010101" pitchFamily="49" charset="-122"/>
          <a:sym typeface="Calibri Light" panose="020F0302020204030204" pitchFamily="34" charset="0"/>
        </a:defRPr>
      </a:lvl4pPr>
      <a:lvl5pPr marL="685800" indent="-685800" algn="l" rtl="0" eaLnBrk="0" fontAlgn="base" hangingPunct="0">
        <a:lnSpc>
          <a:spcPct val="90000"/>
        </a:lnSpc>
        <a:spcBef>
          <a:spcPct val="0"/>
        </a:spcBef>
        <a:spcAft>
          <a:spcPct val="0"/>
        </a:spcAft>
        <a:defRPr sz="3000">
          <a:solidFill>
            <a:srgbClr val="817C7C"/>
          </a:solidFill>
          <a:latin typeface="Arial" panose="020B0604020202090204" pitchFamily="34" charset="0"/>
          <a:ea typeface="黑体" panose="02010609060101010101" pitchFamily="49" charset="-122"/>
          <a:sym typeface="Calibri Light" panose="020F0302020204030204" pitchFamily="34" charset="0"/>
        </a:defRPr>
      </a:lvl5pPr>
      <a:lvl6pPr marL="1028700" indent="-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itchFamily="2" charset="-122"/>
          <a:sym typeface="Calibri Light" panose="020F0302020204030204" pitchFamily="34" charset="0"/>
        </a:defRPr>
      </a:lvl6pPr>
      <a:lvl7pPr marL="1371600" indent="-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itchFamily="2" charset="-122"/>
          <a:sym typeface="Calibri Light" panose="020F0302020204030204" pitchFamily="34" charset="0"/>
        </a:defRPr>
      </a:lvl7pPr>
      <a:lvl8pPr marL="1714500" indent="-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itchFamily="2" charset="-122"/>
          <a:sym typeface="Calibri Light" panose="020F0302020204030204" pitchFamily="34" charset="0"/>
        </a:defRPr>
      </a:lvl8pPr>
      <a:lvl9pPr marL="2057400" indent="-685800" algn="l" rtl="0" eaLnBrk="1" fontAlgn="base" hangingPunct="1">
        <a:lnSpc>
          <a:spcPct val="90000"/>
        </a:lnSpc>
        <a:spcBef>
          <a:spcPct val="0"/>
        </a:spcBef>
        <a:spcAft>
          <a:spcPct val="0"/>
        </a:spcAft>
        <a:defRPr sz="3300">
          <a:solidFill>
            <a:schemeClr val="tx1"/>
          </a:solidFill>
          <a:latin typeface="Calibri Light" panose="020F0302020204030204" pitchFamily="34" charset="0"/>
          <a:ea typeface="宋体" pitchFamily="2" charset="-122"/>
          <a:sym typeface="Calibri Light" panose="020F0302020204030204" pitchFamily="34" charset="0"/>
        </a:defRPr>
      </a:lvl9pPr>
    </p:titleStyle>
    <p:bodyStyle>
      <a:lvl1pPr marL="171450" indent="-171450" algn="l" rtl="0" eaLnBrk="0" fontAlgn="base" hangingPunct="0">
        <a:lnSpc>
          <a:spcPct val="90000"/>
        </a:lnSpc>
        <a:spcBef>
          <a:spcPts val="750"/>
        </a:spcBef>
        <a:spcAft>
          <a:spcPct val="0"/>
        </a:spcAft>
        <a:buFont typeface="Arial" panose="020B0604020202090204" pitchFamily="34" charset="0"/>
        <a:buChar char="•"/>
        <a:defRPr sz="2400" kern="1200">
          <a:solidFill>
            <a:srgbClr val="817C7C"/>
          </a:solidFill>
          <a:latin typeface="+mn-lt"/>
          <a:ea typeface="+mn-ea"/>
          <a:cs typeface="+mn-cs"/>
          <a:sym typeface="Calibri" panose="020F0502020204030204" pitchFamily="34" charset="0"/>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sz="2000" kern="1200">
          <a:solidFill>
            <a:srgbClr val="817C7C"/>
          </a:solidFill>
          <a:latin typeface="+mn-lt"/>
          <a:ea typeface="+mn-ea"/>
          <a:cs typeface="+mn-cs"/>
          <a:sym typeface="Calibri" panose="020F0502020204030204" pitchFamily="34" charset="0"/>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kern="1200">
          <a:solidFill>
            <a:srgbClr val="817C7C"/>
          </a:solidFill>
          <a:latin typeface="+mn-lt"/>
          <a:ea typeface="+mn-ea"/>
          <a:cs typeface="+mn-cs"/>
          <a:sym typeface="Calibri" panose="020F0502020204030204" pitchFamily="34" charset="0"/>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rgbClr val="817C7C"/>
          </a:solidFill>
          <a:latin typeface="+mn-lt"/>
          <a:ea typeface="+mn-ea"/>
          <a:cs typeface="+mn-cs"/>
          <a:sym typeface="Calibri" panose="020F0502020204030204" pitchFamily="34" charset="0"/>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rgbClr val="817C7C"/>
          </a:solidFill>
          <a:latin typeface="+mn-lt"/>
          <a:ea typeface="+mn-ea"/>
          <a:cs typeface="+mn-cs"/>
          <a:sym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6.xml"/><Relationship Id="rId2" Type="http://schemas.openxmlformats.org/officeDocument/2006/relationships/tags" Target="../tags/tag4.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6.xml"/><Relationship Id="rId4" Type="http://schemas.openxmlformats.org/officeDocument/2006/relationships/image" Target="../media/image8.png"/><Relationship Id="rId3" Type="http://schemas.openxmlformats.org/officeDocument/2006/relationships/tags" Target="../tags/tag6.xml"/><Relationship Id="rId2" Type="http://schemas.openxmlformats.org/officeDocument/2006/relationships/image" Target="../media/image7.png"/><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6.xml"/><Relationship Id="rId6" Type="http://schemas.openxmlformats.org/officeDocument/2006/relationships/image" Target="../media/image11.png"/><Relationship Id="rId5" Type="http://schemas.openxmlformats.org/officeDocument/2006/relationships/tags" Target="../tags/tag9.xml"/><Relationship Id="rId4" Type="http://schemas.openxmlformats.org/officeDocument/2006/relationships/image" Target="../media/image10.png"/><Relationship Id="rId3" Type="http://schemas.openxmlformats.org/officeDocument/2006/relationships/tags" Target="../tags/tag8.xml"/><Relationship Id="rId2" Type="http://schemas.openxmlformats.org/officeDocument/2006/relationships/image" Target="../media/image9.png"/><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6.xml"/><Relationship Id="rId4" Type="http://schemas.openxmlformats.org/officeDocument/2006/relationships/image" Target="../media/image13.jpeg"/><Relationship Id="rId3" Type="http://schemas.openxmlformats.org/officeDocument/2006/relationships/tags" Target="../tags/tag11.xml"/><Relationship Id="rId2" Type="http://schemas.openxmlformats.org/officeDocument/2006/relationships/image" Target="../media/image12.png"/><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6.xml"/><Relationship Id="rId1" Type="http://schemas.openxmlformats.org/officeDocument/2006/relationships/image" Target="../media/image14.jpe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6.xml"/><Relationship Id="rId2" Type="http://schemas.openxmlformats.org/officeDocument/2006/relationships/image" Target="../media/image15.png"/><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6.xml"/><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6.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tags" Target="../tags/tag13.xml"/><Relationship Id="rId1" Type="http://schemas.openxmlformats.org/officeDocument/2006/relationships/image" Target="../media/image17.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6.xml"/><Relationship Id="rId2" Type="http://schemas.openxmlformats.org/officeDocument/2006/relationships/image" Target="../media/image20.jpeg"/><Relationship Id="rId1" Type="http://schemas.openxmlformats.org/officeDocument/2006/relationships/tags" Target="../tags/tag14.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6.xml"/><Relationship Id="rId2" Type="http://schemas.openxmlformats.org/officeDocument/2006/relationships/image" Target="../media/image21.png"/><Relationship Id="rId1" Type="http://schemas.openxmlformats.org/officeDocument/2006/relationships/tags" Target="../tags/tag15.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6.xml"/><Relationship Id="rId2" Type="http://schemas.openxmlformats.org/officeDocument/2006/relationships/tags" Target="../tags/tag17.xml"/><Relationship Id="rId1" Type="http://schemas.openxmlformats.org/officeDocument/2006/relationships/tags" Target="../tags/tag16.xml"/></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16.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image" Target="../media/image22.png"/><Relationship Id="rId2" Type="http://schemas.openxmlformats.org/officeDocument/2006/relationships/tags" Target="../tags/tag19.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1426134" y="2204864"/>
            <a:ext cx="9339731" cy="1106805"/>
          </a:xfrm>
          <a:prstGeom prst="rect">
            <a:avLst/>
          </a:prstGeom>
          <a:noFill/>
        </p:spPr>
        <p:txBody>
          <a:bodyPr wrap="square" rtlCol="0">
            <a:spAutoFit/>
          </a:bodyPr>
          <a:lstStyle/>
          <a:p>
            <a:pPr lvl="0" algn="ctr">
              <a:lnSpc>
                <a:spcPct val="150000"/>
              </a:lnSpc>
              <a:defRPr/>
            </a:pPr>
            <a:r>
              <a:rPr kumimoji="1" lang="zh-CN" altLang="en-US" sz="4400" b="1" dirty="0">
                <a:solidFill>
                  <a:schemeClr val="tx1">
                    <a:lumMod val="75000"/>
                    <a:lumOff val="25000"/>
                  </a:schemeClr>
                </a:solidFill>
                <a:latin typeface="微软雅黑" panose="020B0503020204020204" charset="-122"/>
                <a:ea typeface="微软雅黑" panose="020B0503020204020204" charset="-122"/>
              </a:rPr>
              <a:t>高途</a:t>
            </a:r>
            <a:r>
              <a:rPr kumimoji="1" lang="en-US" altLang="zh-CN" sz="4400" b="1" dirty="0">
                <a:solidFill>
                  <a:schemeClr val="tx1">
                    <a:lumMod val="75000"/>
                    <a:lumOff val="25000"/>
                  </a:schemeClr>
                </a:solidFill>
                <a:latin typeface="微软雅黑" panose="020B0503020204020204" charset="-122"/>
                <a:ea typeface="微软雅黑" panose="020B0503020204020204" charset="-122"/>
              </a:rPr>
              <a:t>2023</a:t>
            </a:r>
            <a:r>
              <a:rPr kumimoji="1" lang="zh-CN" altLang="en-US" sz="4400" b="1" dirty="0">
                <a:solidFill>
                  <a:schemeClr val="tx1">
                    <a:lumMod val="75000"/>
                    <a:lumOff val="25000"/>
                  </a:schemeClr>
                </a:solidFill>
                <a:latin typeface="微软雅黑" panose="020B0503020204020204" charset="-122"/>
                <a:ea typeface="微软雅黑" panose="020B0503020204020204" charset="-122"/>
              </a:rPr>
              <a:t>年度工作述职</a:t>
            </a:r>
            <a:endParaRPr kumimoji="1" lang="zh-CN" altLang="en-US" sz="4400" b="1" dirty="0">
              <a:solidFill>
                <a:schemeClr val="tx1">
                  <a:lumMod val="75000"/>
                  <a:lumOff val="25000"/>
                </a:schemeClr>
              </a:solidFill>
              <a:latin typeface="微软雅黑" panose="020B0503020204020204" charset="-122"/>
              <a:ea typeface="微软雅黑" panose="020B0503020204020204" charset="-122"/>
            </a:endParaRPr>
          </a:p>
        </p:txBody>
      </p:sp>
      <p:sp>
        <p:nvSpPr>
          <p:cNvPr id="4" name="标题 4"/>
          <p:cNvSpPr txBox="1"/>
          <p:nvPr/>
        </p:nvSpPr>
        <p:spPr>
          <a:xfrm>
            <a:off x="4432558" y="3573016"/>
            <a:ext cx="3326881" cy="553085"/>
          </a:xfrm>
          <a:prstGeom prst="rect">
            <a:avLst/>
          </a:prstGeom>
        </p:spPr>
        <p:txBody>
          <a:bodyPr wrap="square">
            <a:spAutoFit/>
          </a:bodyPr>
          <a:lstStyle>
            <a:lvl1pPr algn="l" rtl="0" eaLnBrk="1" fontAlgn="base" hangingPunct="1">
              <a:spcBef>
                <a:spcPct val="0"/>
              </a:spcBef>
              <a:spcAft>
                <a:spcPct val="0"/>
              </a:spcAft>
              <a:defRPr sz="2165">
                <a:solidFill>
                  <a:srgbClr val="E11B22"/>
                </a:solidFill>
                <a:latin typeface="+mj-lt"/>
                <a:ea typeface="+mj-ea"/>
                <a:cs typeface="+mj-cs"/>
              </a:defRPr>
            </a:lvl1pPr>
            <a:lvl2pPr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2pPr>
            <a:lvl3pPr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3pPr>
            <a:lvl4pPr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4pPr>
            <a:lvl5pPr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5pPr>
            <a:lvl6pPr marL="495300"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6pPr>
            <a:lvl7pPr marL="990600"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7pPr>
            <a:lvl8pPr marL="1485900"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8pPr>
            <a:lvl9pPr marL="1981200"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9pPr>
          </a:lstStyle>
          <a:p>
            <a:pPr marL="0" marR="0" lvl="0" indent="0" algn="ctr" defTabSz="914400" rtl="0" eaLnBrk="1" fontAlgn="base" latinLnBrk="0" hangingPunct="1">
              <a:lnSpc>
                <a:spcPct val="150000"/>
              </a:lnSpc>
              <a:spcBef>
                <a:spcPct val="0"/>
              </a:spcBef>
              <a:spcAft>
                <a:spcPct val="0"/>
              </a:spcAft>
              <a:buClrTx/>
              <a:buSzTx/>
              <a:buFontTx/>
              <a:buNone/>
              <a:defRPr/>
            </a:pPr>
            <a:r>
              <a:rPr kumimoji="1" lang="zh-CN" altLang="en-US" sz="2000" dirty="0">
                <a:solidFill>
                  <a:schemeClr val="tx1">
                    <a:lumMod val="75000"/>
                    <a:lumOff val="25000"/>
                  </a:schemeClr>
                </a:solidFill>
                <a:latin typeface="微软雅黑" panose="020B0503020204020204" charset="-122"/>
                <a:ea typeface="微软雅黑" panose="020B0503020204020204" charset="-122"/>
                <a:cs typeface="Arial" panose="020B0604020202090204" pitchFamily="34" charset="0"/>
              </a:rPr>
              <a:t>述职人：</a:t>
            </a:r>
            <a:r>
              <a:rPr kumimoji="1" lang="zh-CN" altLang="en-US" sz="2000" dirty="0">
                <a:solidFill>
                  <a:schemeClr val="tx1">
                    <a:lumMod val="75000"/>
                    <a:lumOff val="25000"/>
                  </a:schemeClr>
                </a:solidFill>
                <a:latin typeface="微软雅黑" panose="020B0503020204020204" charset="-122"/>
                <a:ea typeface="微软雅黑" panose="020B0503020204020204" charset="-122"/>
                <a:cs typeface="Arial" panose="020B0604020202090204" pitchFamily="34" charset="0"/>
              </a:rPr>
              <a:t>张泽灵</a:t>
            </a:r>
            <a:endParaRPr kumimoji="1" lang="zh-CN" altLang="en-US" sz="2000" dirty="0">
              <a:solidFill>
                <a:schemeClr val="tx1">
                  <a:lumMod val="75000"/>
                  <a:lumOff val="25000"/>
                </a:schemeClr>
              </a:solidFill>
              <a:latin typeface="微软雅黑" panose="020B0503020204020204" charset="-122"/>
              <a:ea typeface="微软雅黑" panose="020B0503020204020204" charset="-122"/>
              <a:cs typeface="Arial" panose="020B060402020209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nvSpPr>
        <p:spPr>
          <a:xfrm>
            <a:off x="1415480" y="1521308"/>
            <a:ext cx="1107996" cy="646331"/>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3600" b="1"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cs"/>
              </a:rPr>
              <a:t>目录</a:t>
            </a:r>
            <a:endParaRPr kumimoji="1" lang="zh-CN" altLang="en-US" sz="3600" b="1" i="0" u="none" strike="noStrike" kern="1200" cap="none" spc="0" normalizeH="0" baseline="0" noProof="0" dirty="0">
              <a:ln>
                <a:noFill/>
              </a:ln>
              <a:solidFill>
                <a:prstClr val="black">
                  <a:lumMod val="75000"/>
                  <a:lumOff val="25000"/>
                </a:prstClr>
              </a:solidFill>
              <a:effectLst/>
              <a:uLnTx/>
              <a:uFillTx/>
              <a:latin typeface="微软雅黑" panose="020B0503020204020204" charset="-122"/>
              <a:ea typeface="微软雅黑" panose="020B0503020204020204" charset="-122"/>
              <a:cs typeface="+mn-cs"/>
            </a:endParaRPr>
          </a:p>
        </p:txBody>
      </p:sp>
      <p:cxnSp>
        <p:nvCxnSpPr>
          <p:cNvPr id="19" name="直线连接符 18"/>
          <p:cNvCxnSpPr/>
          <p:nvPr/>
        </p:nvCxnSpPr>
        <p:spPr>
          <a:xfrm>
            <a:off x="4487850" y="1625854"/>
            <a:ext cx="0" cy="2751259"/>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圆角矩形 21"/>
          <p:cNvSpPr/>
          <p:nvPr/>
        </p:nvSpPr>
        <p:spPr>
          <a:xfrm>
            <a:off x="3949158" y="1718044"/>
            <a:ext cx="180474" cy="180474"/>
          </a:xfrm>
          <a:prstGeom prst="roundRect">
            <a:avLst/>
          </a:prstGeom>
          <a:solidFill>
            <a:srgbClr val="FE7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1000" b="1"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Arial Black" panose="020B0A04020102020204" pitchFamily="34" charset="0"/>
              </a:rPr>
              <a:t>1</a:t>
            </a:r>
            <a:endParaRPr kumimoji="1" lang="zh-CN" altLang="en-US" sz="1000" b="1"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Arial Black" panose="020B0A04020102020204" pitchFamily="34" charset="0"/>
            </a:endParaRPr>
          </a:p>
        </p:txBody>
      </p:sp>
      <p:sp>
        <p:nvSpPr>
          <p:cNvPr id="23" name="文本框 22"/>
          <p:cNvSpPr txBox="1"/>
          <p:nvPr/>
        </p:nvSpPr>
        <p:spPr>
          <a:xfrm>
            <a:off x="4811361" y="1613642"/>
            <a:ext cx="1415772" cy="461665"/>
          </a:xfrm>
          <a:prstGeom prst="rect">
            <a:avLst/>
          </a:prstGeom>
          <a:noFill/>
        </p:spPr>
        <p:txBody>
          <a:bodyPr wrap="none" rtlCol="0">
            <a:spAutoFit/>
          </a:bodyPr>
          <a:lstStyle/>
          <a:p>
            <a:pPr lvl="0" defTabSz="457200"/>
            <a:r>
              <a:rPr kumimoji="1" lang="zh-CN" altLang="en-US" sz="2400" b="1" dirty="0">
                <a:solidFill>
                  <a:prstClr val="black">
                    <a:lumMod val="75000"/>
                    <a:lumOff val="25000"/>
                  </a:prstClr>
                </a:solidFill>
                <a:latin typeface="微软雅黑" panose="020B0503020204020204" charset="-122"/>
                <a:ea typeface="微软雅黑" panose="020B0503020204020204" charset="-122"/>
              </a:rPr>
              <a:t>自我介绍</a:t>
            </a:r>
            <a:endParaRPr kumimoji="1" lang="zh-CN" altLang="en-US" sz="2400" b="1" dirty="0">
              <a:solidFill>
                <a:prstClr val="black">
                  <a:lumMod val="75000"/>
                  <a:lumOff val="25000"/>
                </a:prstClr>
              </a:solidFill>
              <a:latin typeface="微软雅黑" panose="020B0503020204020204" charset="-122"/>
              <a:ea typeface="微软雅黑" panose="020B0503020204020204" charset="-122"/>
            </a:endParaRPr>
          </a:p>
        </p:txBody>
      </p:sp>
      <p:sp>
        <p:nvSpPr>
          <p:cNvPr id="27" name="圆角矩形 26"/>
          <p:cNvSpPr/>
          <p:nvPr/>
        </p:nvSpPr>
        <p:spPr>
          <a:xfrm>
            <a:off x="3949158" y="2503142"/>
            <a:ext cx="180474" cy="180474"/>
          </a:xfrm>
          <a:prstGeom prst="roundRect">
            <a:avLst/>
          </a:prstGeom>
          <a:solidFill>
            <a:srgbClr val="FE7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1000" b="1"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Arial Black" panose="020B0A04020102020204" pitchFamily="34" charset="0"/>
              </a:rPr>
              <a:t>2</a:t>
            </a:r>
            <a:endParaRPr kumimoji="1" lang="zh-CN" altLang="en-US" sz="1000" b="1"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Arial Black" panose="020B0A04020102020204" pitchFamily="34" charset="0"/>
            </a:endParaRPr>
          </a:p>
        </p:txBody>
      </p:sp>
      <p:sp>
        <p:nvSpPr>
          <p:cNvPr id="28" name="文本框 27"/>
          <p:cNvSpPr txBox="1"/>
          <p:nvPr/>
        </p:nvSpPr>
        <p:spPr>
          <a:xfrm>
            <a:off x="4811361" y="2401429"/>
            <a:ext cx="2474595" cy="460375"/>
          </a:xfrm>
          <a:prstGeom prst="rect">
            <a:avLst/>
          </a:prstGeom>
          <a:noFill/>
        </p:spPr>
        <p:txBody>
          <a:bodyPr wrap="none" rtlCol="0">
            <a:spAutoFit/>
          </a:bodyPr>
          <a:lstStyle/>
          <a:p>
            <a:r>
              <a:rPr kumimoji="1" lang="en-US" altLang="zh-CN" sz="2400" b="1" dirty="0">
                <a:solidFill>
                  <a:schemeClr val="tx1">
                    <a:lumMod val="75000"/>
                    <a:lumOff val="25000"/>
                  </a:schemeClr>
                </a:solidFill>
                <a:latin typeface="微软雅黑" panose="020B0503020204020204" charset="-122"/>
                <a:ea typeface="微软雅黑" panose="020B0503020204020204" charset="-122"/>
              </a:rPr>
              <a:t>2023</a:t>
            </a:r>
            <a:r>
              <a:rPr kumimoji="1" lang="zh-CN" altLang="en-US" sz="2400" b="1" dirty="0">
                <a:solidFill>
                  <a:schemeClr val="tx1">
                    <a:lumMod val="75000"/>
                    <a:lumOff val="25000"/>
                  </a:schemeClr>
                </a:solidFill>
                <a:latin typeface="微软雅黑" panose="020B0503020204020204" charset="-122"/>
                <a:ea typeface="微软雅黑" panose="020B0503020204020204" charset="-122"/>
              </a:rPr>
              <a:t>年关键产出</a:t>
            </a:r>
            <a:endParaRPr kumimoji="1" lang="en-US" altLang="zh-CN" sz="2400" b="1" dirty="0">
              <a:solidFill>
                <a:schemeClr val="tx1">
                  <a:lumMod val="75000"/>
                  <a:lumOff val="25000"/>
                </a:schemeClr>
              </a:solidFill>
              <a:latin typeface="微软雅黑" panose="020B0503020204020204" charset="-122"/>
              <a:ea typeface="微软雅黑" panose="020B0503020204020204" charset="-122"/>
            </a:endParaRPr>
          </a:p>
        </p:txBody>
      </p:sp>
      <p:sp>
        <p:nvSpPr>
          <p:cNvPr id="33" name="圆角矩形 32"/>
          <p:cNvSpPr/>
          <p:nvPr/>
        </p:nvSpPr>
        <p:spPr>
          <a:xfrm>
            <a:off x="3949158" y="3288240"/>
            <a:ext cx="180474" cy="180474"/>
          </a:xfrm>
          <a:prstGeom prst="roundRect">
            <a:avLst/>
          </a:prstGeom>
          <a:solidFill>
            <a:srgbClr val="FE7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1000" b="1"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Arial Black" panose="020B0A04020102020204" pitchFamily="34" charset="0"/>
              </a:rPr>
              <a:t>3</a:t>
            </a:r>
            <a:endParaRPr kumimoji="1" lang="zh-CN" altLang="en-US" sz="1000" b="1"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Arial Black" panose="020B0A04020102020204" pitchFamily="34" charset="0"/>
            </a:endParaRPr>
          </a:p>
        </p:txBody>
      </p:sp>
      <p:sp>
        <p:nvSpPr>
          <p:cNvPr id="34" name="文本框 33"/>
          <p:cNvSpPr txBox="1"/>
          <p:nvPr/>
        </p:nvSpPr>
        <p:spPr>
          <a:xfrm>
            <a:off x="4811361" y="3189216"/>
            <a:ext cx="2474595" cy="460375"/>
          </a:xfrm>
          <a:prstGeom prst="rect">
            <a:avLst/>
          </a:prstGeom>
          <a:noFill/>
        </p:spPr>
        <p:txBody>
          <a:bodyPr wrap="none" rtlCol="0">
            <a:spAutoFit/>
          </a:bodyPr>
          <a:lstStyle/>
          <a:p>
            <a:pPr lvl="0" defTabSz="457200"/>
            <a:r>
              <a:rPr kumimoji="1" lang="en-US" altLang="zh-CN" sz="2400" b="1" dirty="0">
                <a:solidFill>
                  <a:prstClr val="black">
                    <a:lumMod val="75000"/>
                    <a:lumOff val="25000"/>
                  </a:prstClr>
                </a:solidFill>
                <a:latin typeface="微软雅黑" panose="020B0503020204020204" charset="-122"/>
                <a:ea typeface="微软雅黑" panose="020B0503020204020204" charset="-122"/>
              </a:rPr>
              <a:t>2024</a:t>
            </a:r>
            <a:r>
              <a:rPr kumimoji="1" lang="zh-CN" altLang="en-US" sz="2400" b="1" dirty="0">
                <a:solidFill>
                  <a:prstClr val="black">
                    <a:lumMod val="75000"/>
                    <a:lumOff val="25000"/>
                  </a:prstClr>
                </a:solidFill>
                <a:latin typeface="微软雅黑" panose="020B0503020204020204" charset="-122"/>
                <a:ea typeface="微软雅黑" panose="020B0503020204020204" charset="-122"/>
              </a:rPr>
              <a:t>年发展规划</a:t>
            </a:r>
            <a:endParaRPr kumimoji="1" lang="zh-CN" altLang="en-US" sz="2400" b="1" dirty="0">
              <a:solidFill>
                <a:prstClr val="black">
                  <a:lumMod val="75000"/>
                  <a:lumOff val="25000"/>
                </a:prstClr>
              </a:solidFill>
              <a:latin typeface="微软雅黑" panose="020B0503020204020204" charset="-122"/>
              <a:ea typeface="微软雅黑" panose="020B0503020204020204" charset="-122"/>
            </a:endParaRPr>
          </a:p>
        </p:txBody>
      </p:sp>
      <p:sp>
        <p:nvSpPr>
          <p:cNvPr id="36" name="圆角矩形 35"/>
          <p:cNvSpPr/>
          <p:nvPr/>
        </p:nvSpPr>
        <p:spPr>
          <a:xfrm>
            <a:off x="3949158" y="4073338"/>
            <a:ext cx="180474" cy="180474"/>
          </a:xfrm>
          <a:prstGeom prst="roundRect">
            <a:avLst/>
          </a:prstGeom>
          <a:solidFill>
            <a:srgbClr val="FE7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1000" b="1"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Arial Black" panose="020B0A04020102020204" pitchFamily="34" charset="0"/>
              </a:rPr>
              <a:t>4</a:t>
            </a:r>
            <a:endParaRPr kumimoji="1" lang="zh-CN" altLang="en-US" sz="1000" b="1" i="0" u="none" strike="noStrike" kern="1200" cap="none" spc="0" normalizeH="0" baseline="0" noProof="0" dirty="0">
              <a:ln>
                <a:noFill/>
              </a:ln>
              <a:solidFill>
                <a:prstClr val="white"/>
              </a:solidFill>
              <a:effectLst/>
              <a:uLnTx/>
              <a:uFillTx/>
              <a:latin typeface="Arial Black" panose="020B0A04020102020204" pitchFamily="34" charset="0"/>
              <a:ea typeface="等线" panose="02010600030101010101" pitchFamily="2" charset="-122"/>
              <a:cs typeface="Arial Black" panose="020B0A04020102020204" pitchFamily="34" charset="0"/>
            </a:endParaRPr>
          </a:p>
        </p:txBody>
      </p:sp>
      <p:sp>
        <p:nvSpPr>
          <p:cNvPr id="37" name="文本框 36"/>
          <p:cNvSpPr txBox="1"/>
          <p:nvPr/>
        </p:nvSpPr>
        <p:spPr>
          <a:xfrm>
            <a:off x="4811361" y="3977003"/>
            <a:ext cx="2339102" cy="461665"/>
          </a:xfrm>
          <a:prstGeom prst="rect">
            <a:avLst/>
          </a:prstGeom>
          <a:noFill/>
        </p:spPr>
        <p:txBody>
          <a:bodyPr wrap="none" rtlCol="0">
            <a:spAutoFit/>
          </a:bodyPr>
          <a:lstStyle/>
          <a:p>
            <a:pPr lvl="0" defTabSz="457200"/>
            <a:r>
              <a:rPr kumimoji="1" lang="zh-CN" altLang="en-US" sz="2400" b="1" dirty="0">
                <a:solidFill>
                  <a:prstClr val="black">
                    <a:lumMod val="75000"/>
                    <a:lumOff val="25000"/>
                  </a:prstClr>
                </a:solidFill>
                <a:latin typeface="微软雅黑" panose="020B0503020204020204" charset="-122"/>
                <a:ea typeface="微软雅黑" panose="020B0503020204020204" charset="-122"/>
              </a:rPr>
              <a:t>价值观事例评价</a:t>
            </a:r>
            <a:endParaRPr kumimoji="1" lang="zh-CN" altLang="en-US" sz="2400" b="1" dirty="0">
              <a:solidFill>
                <a:prstClr val="black">
                  <a:lumMod val="75000"/>
                  <a:lumOff val="25000"/>
                </a:prstClr>
              </a:solidFill>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对角圆角矩形 14"/>
          <p:cNvSpPr/>
          <p:nvPr/>
        </p:nvSpPr>
        <p:spPr>
          <a:xfrm flipV="1">
            <a:off x="1062816" y="2751552"/>
            <a:ext cx="1033791" cy="112105"/>
          </a:xfrm>
          <a:prstGeom prst="round2DiagRect">
            <a:avLst>
              <a:gd name="adj1" fmla="val 29524"/>
              <a:gd name="adj2" fmla="val 29860"/>
            </a:avLst>
          </a:prstGeom>
          <a:solidFill>
            <a:srgbClr val="FE7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grpSp>
        <p:nvGrpSpPr>
          <p:cNvPr id="7" name="组合 6"/>
          <p:cNvGrpSpPr/>
          <p:nvPr/>
        </p:nvGrpSpPr>
        <p:grpSpPr>
          <a:xfrm>
            <a:off x="839416" y="1882129"/>
            <a:ext cx="3847730" cy="1923512"/>
            <a:chOff x="1305046" y="988376"/>
            <a:chExt cx="5130306" cy="2564685"/>
          </a:xfrm>
        </p:grpSpPr>
        <p:sp>
          <p:nvSpPr>
            <p:cNvPr id="8" name="微软雅黑BOLD  130点"/>
            <p:cNvSpPr txBox="1"/>
            <p:nvPr/>
          </p:nvSpPr>
          <p:spPr>
            <a:xfrm>
              <a:off x="1375573" y="988376"/>
              <a:ext cx="5059779" cy="1621596"/>
            </a:xfrm>
            <a:prstGeom prst="rect">
              <a:avLst/>
            </a:prstGeom>
            <a:ln w="12700">
              <a:miter lim="400000"/>
            </a:ln>
          </p:spPr>
          <p:txBody>
            <a:bodyPr wrap="square" lIns="53577" tIns="53577" rIns="53577" bIns="53577" anchor="ctr">
              <a:spAutoFit/>
            </a:bodyPr>
            <a:lstStyle>
              <a:lvl1pPr>
                <a:defRPr sz="8800">
                  <a:solidFill>
                    <a:srgbClr val="333333"/>
                  </a:solidFill>
                  <a:latin typeface="Avenir Next Regular" panose="020B0803020202020204"/>
                  <a:ea typeface="Avenir Next Regular" panose="020B0803020202020204"/>
                  <a:cs typeface="Avenir Next Regular" panose="020B0803020202020204"/>
                  <a:sym typeface="Avenir Next Regular" panose="020B0803020202020204"/>
                </a:defRPr>
              </a:lvl1pPr>
            </a:lstStyle>
            <a:p>
              <a:r>
                <a:rPr lang="en-US" sz="7200" dirty="0">
                  <a:solidFill>
                    <a:srgbClr val="22272D"/>
                  </a:solidFill>
                  <a:latin typeface="Arial Black" panose="020B0A04020102020204" pitchFamily="34" charset="0"/>
                  <a:ea typeface="微软雅黑" panose="020B0503020204020204" charset="-122"/>
                  <a:cs typeface="Arial Black" panose="020B0A04020102020204" pitchFamily="34" charset="0"/>
                </a:rPr>
                <a:t>01</a:t>
              </a:r>
              <a:endParaRPr lang="en-US" sz="7200" dirty="0">
                <a:solidFill>
                  <a:srgbClr val="22272D"/>
                </a:solidFill>
                <a:latin typeface="Arial Black" panose="020B0A04020102020204" pitchFamily="34" charset="0"/>
                <a:ea typeface="微软雅黑" panose="020B0503020204020204" charset="-122"/>
                <a:cs typeface="Arial Black" panose="020B0A04020102020204" pitchFamily="34" charset="0"/>
              </a:endParaRPr>
            </a:p>
          </p:txBody>
        </p:sp>
        <p:sp>
          <p:nvSpPr>
            <p:cNvPr id="9" name="文本框 8"/>
            <p:cNvSpPr txBox="1"/>
            <p:nvPr/>
          </p:nvSpPr>
          <p:spPr>
            <a:xfrm>
              <a:off x="1305046" y="2609212"/>
              <a:ext cx="3989237" cy="943849"/>
            </a:xfrm>
            <a:prstGeom prst="rect">
              <a:avLst/>
            </a:prstGeom>
            <a:noFill/>
          </p:spPr>
          <p:txBody>
            <a:bodyPr wrap="square" rtlCol="0">
              <a:spAutoFit/>
            </a:bodyPr>
            <a:lstStyle/>
            <a:p>
              <a:r>
                <a:rPr kumimoji="1" lang="zh-CN" altLang="en-US" sz="4000" b="1" dirty="0">
                  <a:solidFill>
                    <a:schemeClr val="tx1">
                      <a:lumMod val="75000"/>
                      <a:lumOff val="25000"/>
                    </a:schemeClr>
                  </a:solidFill>
                  <a:latin typeface="微软雅黑" panose="020B0503020204020204" charset="-122"/>
                  <a:ea typeface="微软雅黑" panose="020B0503020204020204" charset="-122"/>
                </a:rPr>
                <a:t>自我介绍</a:t>
              </a:r>
              <a:endParaRPr kumimoji="1" lang="zh-CN" altLang="en-US" sz="4000" b="1" dirty="0">
                <a:solidFill>
                  <a:schemeClr val="tx1">
                    <a:lumMod val="75000"/>
                    <a:lumOff val="25000"/>
                  </a:schemeClr>
                </a:solidFill>
                <a:latin typeface="微软雅黑" panose="020B0503020204020204" charset="-122"/>
                <a:ea typeface="微软雅黑" panose="020B0503020204020204" charset="-122"/>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0"/>
          </p:nvPr>
        </p:nvSpPr>
        <p:spPr>
          <a:xfrm>
            <a:off x="767408" y="188640"/>
            <a:ext cx="7112000" cy="416877"/>
          </a:xfrm>
        </p:spPr>
        <p:txBody>
          <a:bodyPr>
            <a:noAutofit/>
          </a:bodyPr>
          <a:lstStyle/>
          <a:p>
            <a:pPr eaLnBrk="1" hangingPunct="1">
              <a:lnSpc>
                <a:spcPct val="100000"/>
              </a:lnSpc>
              <a:spcBef>
                <a:spcPts val="1000"/>
              </a:spcBef>
            </a:pPr>
            <a:r>
              <a:rPr lang="zh-CN" altLang="en-US" dirty="0"/>
              <a:t>自我介绍</a:t>
            </a:r>
            <a:endParaRPr lang="zh-CN" altLang="en-US" dirty="0"/>
          </a:p>
        </p:txBody>
      </p:sp>
      <p:sp>
        <p:nvSpPr>
          <p:cNvPr id="28" name="矩形 27"/>
          <p:cNvSpPr/>
          <p:nvPr/>
        </p:nvSpPr>
        <p:spPr>
          <a:xfrm>
            <a:off x="664754" y="2167696"/>
            <a:ext cx="9905655" cy="1476375"/>
          </a:xfrm>
          <a:prstGeom prst="rect">
            <a:avLst/>
          </a:prstGeom>
        </p:spPr>
        <p:txBody>
          <a:bodyPr wrap="square">
            <a:spAutoFit/>
          </a:bodyPr>
          <a:lstStyle/>
          <a:p>
            <a:pPr fontAlgn="ctr"/>
            <a:r>
              <a:rPr lang="zh-CN" altLang="en-US" b="1" dirty="0">
                <a:solidFill>
                  <a:sysClr val="windowText" lastClr="000000"/>
                </a:solidFill>
                <a:latin typeface="华文楷体" panose="02010600040101010101" pitchFamily="2" charset="-122"/>
                <a:ea typeface="华文楷体" panose="02010600040101010101" pitchFamily="2" charset="-122"/>
              </a:rPr>
              <a:t>姓名：张泽灵</a:t>
            </a:r>
            <a:endParaRPr lang="en-US" altLang="zh-CN" b="1" dirty="0">
              <a:solidFill>
                <a:sysClr val="windowText" lastClr="000000"/>
              </a:solidFill>
              <a:latin typeface="华文楷体" panose="02010600040101010101" pitchFamily="2" charset="-122"/>
              <a:ea typeface="华文楷体" panose="02010600040101010101" pitchFamily="2" charset="-122"/>
            </a:endParaRPr>
          </a:p>
          <a:p>
            <a:pPr fontAlgn="ctr"/>
            <a:r>
              <a:rPr lang="zh-CN" altLang="en-US" b="1" dirty="0">
                <a:solidFill>
                  <a:sysClr val="windowText" lastClr="000000"/>
                </a:solidFill>
                <a:latin typeface="华文楷体" panose="02010600040101010101" pitchFamily="2" charset="-122"/>
                <a:ea typeface="华文楷体" panose="02010600040101010101" pitchFamily="2" charset="-122"/>
                <a:sym typeface="+mn-ea"/>
              </a:rPr>
              <a:t>部门：营销技术部</a:t>
            </a:r>
            <a:r>
              <a:rPr lang="en-US" altLang="zh-CN" b="1" dirty="0">
                <a:solidFill>
                  <a:sysClr val="windowText" lastClr="000000"/>
                </a:solidFill>
                <a:latin typeface="华文楷体" panose="02010600040101010101" pitchFamily="2" charset="-122"/>
                <a:ea typeface="华文楷体" panose="02010600040101010101" pitchFamily="2" charset="-122"/>
                <a:sym typeface="+mn-ea"/>
              </a:rPr>
              <a:t>-</a:t>
            </a:r>
            <a:r>
              <a:rPr lang="zh-CN" altLang="en-US" b="1" dirty="0">
                <a:solidFill>
                  <a:sysClr val="windowText" lastClr="000000"/>
                </a:solidFill>
                <a:latin typeface="华文楷体" panose="02010600040101010101" pitchFamily="2" charset="-122"/>
                <a:ea typeface="华文楷体" panose="02010600040101010101" pitchFamily="2" charset="-122"/>
                <a:sym typeface="+mn-ea"/>
              </a:rPr>
              <a:t>后端组</a:t>
            </a:r>
            <a:r>
              <a:rPr lang="en-US" altLang="zh-CN" b="1" dirty="0">
                <a:solidFill>
                  <a:sysClr val="windowText" lastClr="000000"/>
                </a:solidFill>
                <a:latin typeface="华文楷体" panose="02010600040101010101" pitchFamily="2" charset="-122"/>
                <a:ea typeface="华文楷体" panose="02010600040101010101" pitchFamily="2" charset="-122"/>
                <a:sym typeface="+mn-ea"/>
              </a:rPr>
              <a:t>-</a:t>
            </a:r>
            <a:r>
              <a:rPr lang="zh-CN" altLang="en-US" b="1" dirty="0">
                <a:solidFill>
                  <a:sysClr val="windowText" lastClr="000000"/>
                </a:solidFill>
                <a:latin typeface="华文楷体" panose="02010600040101010101" pitchFamily="2" charset="-122"/>
                <a:ea typeface="华文楷体" panose="02010600040101010101" pitchFamily="2" charset="-122"/>
                <a:sym typeface="+mn-ea"/>
              </a:rPr>
              <a:t>瓦力云小组</a:t>
            </a:r>
            <a:endParaRPr lang="en-US" altLang="zh-CN" b="1" dirty="0">
              <a:solidFill>
                <a:sysClr val="windowText" lastClr="000000"/>
              </a:solidFill>
              <a:latin typeface="华文楷体" panose="02010600040101010101" pitchFamily="2" charset="-122"/>
              <a:ea typeface="华文楷体" panose="02010600040101010101" pitchFamily="2" charset="-122"/>
            </a:endParaRPr>
          </a:p>
          <a:p>
            <a:pPr fontAlgn="ctr"/>
            <a:r>
              <a:rPr lang="zh-CN" altLang="en-US" b="1" dirty="0">
                <a:solidFill>
                  <a:sysClr val="windowText" lastClr="000000"/>
                </a:solidFill>
                <a:latin typeface="华文楷体" panose="02010600040101010101" pitchFamily="2" charset="-122"/>
                <a:ea typeface="华文楷体" panose="02010600040101010101" pitchFamily="2" charset="-122"/>
                <a:sym typeface="+mn-ea"/>
              </a:rPr>
              <a:t>岗位：</a:t>
            </a:r>
            <a:r>
              <a:rPr lang="en-US" altLang="zh-CN" b="1" dirty="0">
                <a:solidFill>
                  <a:sysClr val="windowText" lastClr="000000"/>
                </a:solidFill>
                <a:latin typeface="华文楷体" panose="02010600040101010101" pitchFamily="2" charset="-122"/>
                <a:ea typeface="华文楷体" panose="02010600040101010101" pitchFamily="2" charset="-122"/>
                <a:sym typeface="+mn-ea"/>
              </a:rPr>
              <a:t>Java</a:t>
            </a:r>
            <a:r>
              <a:rPr lang="zh-CN" altLang="en-US" b="1" dirty="0">
                <a:solidFill>
                  <a:sysClr val="windowText" lastClr="000000"/>
                </a:solidFill>
                <a:latin typeface="华文楷体" panose="02010600040101010101" pitchFamily="2" charset="-122"/>
                <a:ea typeface="华文楷体" panose="02010600040101010101" pitchFamily="2" charset="-122"/>
                <a:sym typeface="+mn-ea"/>
              </a:rPr>
              <a:t>开发</a:t>
            </a:r>
            <a:endParaRPr lang="zh-CN" altLang="en-US" b="1" dirty="0">
              <a:solidFill>
                <a:sysClr val="windowText" lastClr="000000"/>
              </a:solidFill>
              <a:latin typeface="华文楷体" panose="02010600040101010101" pitchFamily="2" charset="-122"/>
              <a:ea typeface="华文楷体" panose="02010600040101010101" pitchFamily="2" charset="-122"/>
              <a:sym typeface="+mn-ea"/>
            </a:endParaRPr>
          </a:p>
          <a:p>
            <a:pPr fontAlgn="ctr"/>
            <a:r>
              <a:rPr lang="zh-CN" altLang="en-US" b="1" dirty="0">
                <a:solidFill>
                  <a:sysClr val="windowText" lastClr="000000"/>
                </a:solidFill>
                <a:latin typeface="华文楷体" panose="02010600040101010101" pitchFamily="2" charset="-122"/>
                <a:ea typeface="华文楷体" panose="02010600040101010101" pitchFamily="2" charset="-122"/>
                <a:sym typeface="+mn-ea"/>
              </a:rPr>
              <a:t>入职时间：</a:t>
            </a:r>
            <a:r>
              <a:rPr lang="en-US" altLang="zh-CN" b="1" dirty="0">
                <a:solidFill>
                  <a:sysClr val="windowText" lastClr="000000"/>
                </a:solidFill>
                <a:latin typeface="华文楷体" panose="02010600040101010101" pitchFamily="2" charset="-122"/>
                <a:ea typeface="华文楷体" panose="02010600040101010101" pitchFamily="2" charset="-122"/>
                <a:sym typeface="+mn-ea"/>
              </a:rPr>
              <a:t>2023.06.01</a:t>
            </a:r>
            <a:endParaRPr lang="en-US" altLang="zh-CN" b="1" dirty="0">
              <a:solidFill>
                <a:sysClr val="windowText" lastClr="000000"/>
              </a:solidFill>
              <a:latin typeface="华文楷体" panose="02010600040101010101" pitchFamily="2" charset="-122"/>
              <a:ea typeface="华文楷体" panose="02010600040101010101" pitchFamily="2" charset="-122"/>
            </a:endParaRPr>
          </a:p>
          <a:p>
            <a:pPr fontAlgn="ctr"/>
            <a:r>
              <a:rPr lang="zh-CN" altLang="en-US" b="1" dirty="0">
                <a:solidFill>
                  <a:sysClr val="windowText" lastClr="000000"/>
                </a:solidFill>
                <a:latin typeface="华文楷体" panose="02010600040101010101" pitchFamily="2" charset="-122"/>
                <a:ea typeface="华文楷体" panose="02010600040101010101" pitchFamily="2" charset="-122"/>
                <a:sym typeface="+mn-ea"/>
              </a:rPr>
              <a:t>负责的工作：微信助手功能开发</a:t>
            </a:r>
            <a:r>
              <a:rPr lang="zh-CN" altLang="en-US" b="1" dirty="0">
                <a:solidFill>
                  <a:sysClr val="windowText" lastClr="000000"/>
                </a:solidFill>
                <a:latin typeface="华文楷体" panose="02010600040101010101" pitchFamily="2" charset="-122"/>
                <a:ea typeface="华文楷体" panose="02010600040101010101" pitchFamily="2" charset="-122"/>
                <a:sym typeface="+mn-ea"/>
              </a:rPr>
              <a:t>和维护</a:t>
            </a:r>
            <a:endParaRPr lang="zh-CN" altLang="en-US" b="1" dirty="0">
              <a:solidFill>
                <a:sysClr val="windowText" lastClr="000000"/>
              </a:solidFill>
              <a:latin typeface="华文楷体" panose="02010600040101010101" pitchFamily="2" charset="-122"/>
              <a:ea typeface="华文楷体" panose="02010600040101010101" pitchFamily="2"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对角圆角矩形 14"/>
          <p:cNvSpPr/>
          <p:nvPr/>
        </p:nvSpPr>
        <p:spPr>
          <a:xfrm flipV="1">
            <a:off x="1062816" y="2751552"/>
            <a:ext cx="1033791" cy="112105"/>
          </a:xfrm>
          <a:prstGeom prst="round2DiagRect">
            <a:avLst>
              <a:gd name="adj1" fmla="val 29524"/>
              <a:gd name="adj2" fmla="val 29860"/>
            </a:avLst>
          </a:prstGeom>
          <a:solidFill>
            <a:srgbClr val="FE7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grpSp>
        <p:nvGrpSpPr>
          <p:cNvPr id="7" name="组合 6"/>
          <p:cNvGrpSpPr/>
          <p:nvPr/>
        </p:nvGrpSpPr>
        <p:grpSpPr>
          <a:xfrm>
            <a:off x="839416" y="1882129"/>
            <a:ext cx="4464496" cy="1922381"/>
            <a:chOff x="1305046" y="988376"/>
            <a:chExt cx="5952661" cy="2563177"/>
          </a:xfrm>
        </p:grpSpPr>
        <p:sp>
          <p:nvSpPr>
            <p:cNvPr id="8" name="微软雅黑BOLD  130点"/>
            <p:cNvSpPr txBox="1"/>
            <p:nvPr/>
          </p:nvSpPr>
          <p:spPr>
            <a:xfrm>
              <a:off x="1375573" y="988376"/>
              <a:ext cx="5059779" cy="1621596"/>
            </a:xfrm>
            <a:prstGeom prst="rect">
              <a:avLst/>
            </a:prstGeom>
            <a:ln w="12700">
              <a:miter lim="400000"/>
            </a:ln>
          </p:spPr>
          <p:txBody>
            <a:bodyPr wrap="square" lIns="53577" tIns="53577" rIns="53577" bIns="53577" anchor="ctr">
              <a:spAutoFit/>
            </a:bodyPr>
            <a:lstStyle>
              <a:lvl1pPr>
                <a:defRPr sz="8800">
                  <a:solidFill>
                    <a:srgbClr val="333333"/>
                  </a:solidFill>
                  <a:latin typeface="Avenir Next Regular" panose="020B0803020202020204"/>
                  <a:ea typeface="Avenir Next Regular" panose="020B0803020202020204"/>
                  <a:cs typeface="Avenir Next Regular" panose="020B0803020202020204"/>
                  <a:sym typeface="Avenir Next Regular" panose="020B0803020202020204"/>
                </a:defRPr>
              </a:lvl1pPr>
            </a:lstStyle>
            <a:p>
              <a:r>
                <a:rPr lang="en-US" sz="7200" dirty="0">
                  <a:solidFill>
                    <a:srgbClr val="22272D"/>
                  </a:solidFill>
                  <a:latin typeface="Arial Black" panose="020B0A04020102020204" pitchFamily="34" charset="0"/>
                  <a:ea typeface="微软雅黑" panose="020B0503020204020204" charset="-122"/>
                  <a:cs typeface="Arial Black" panose="020B0A04020102020204" pitchFamily="34" charset="0"/>
                </a:rPr>
                <a:t>02</a:t>
              </a:r>
              <a:endParaRPr lang="en-US" sz="7200" dirty="0">
                <a:solidFill>
                  <a:srgbClr val="22272D"/>
                </a:solidFill>
                <a:latin typeface="Arial Black" panose="020B0A04020102020204" pitchFamily="34" charset="0"/>
                <a:ea typeface="微软雅黑" panose="020B0503020204020204" charset="-122"/>
                <a:cs typeface="Arial Black" panose="020B0A04020102020204" pitchFamily="34" charset="0"/>
              </a:endParaRPr>
            </a:p>
          </p:txBody>
        </p:sp>
        <p:sp>
          <p:nvSpPr>
            <p:cNvPr id="9" name="文本框 8"/>
            <p:cNvSpPr txBox="1"/>
            <p:nvPr/>
          </p:nvSpPr>
          <p:spPr>
            <a:xfrm>
              <a:off x="1305046" y="2609212"/>
              <a:ext cx="5952661" cy="942341"/>
            </a:xfrm>
            <a:prstGeom prst="rect">
              <a:avLst/>
            </a:prstGeom>
            <a:noFill/>
          </p:spPr>
          <p:txBody>
            <a:bodyPr wrap="square" rtlCol="0">
              <a:spAutoFit/>
            </a:bodyPr>
            <a:lstStyle/>
            <a:p>
              <a:r>
                <a:rPr kumimoji="1" lang="en-US" altLang="zh-CN" sz="4000" b="1" dirty="0">
                  <a:solidFill>
                    <a:schemeClr val="tx1">
                      <a:lumMod val="75000"/>
                      <a:lumOff val="25000"/>
                    </a:schemeClr>
                  </a:solidFill>
                  <a:latin typeface="微软雅黑" panose="020B0503020204020204" charset="-122"/>
                  <a:ea typeface="微软雅黑" panose="020B0503020204020204" charset="-122"/>
                </a:rPr>
                <a:t>2023</a:t>
              </a:r>
              <a:r>
                <a:rPr kumimoji="1" lang="zh-CN" altLang="en-US" sz="4000" b="1" dirty="0">
                  <a:solidFill>
                    <a:schemeClr val="tx1">
                      <a:lumMod val="75000"/>
                      <a:lumOff val="25000"/>
                    </a:schemeClr>
                  </a:solidFill>
                  <a:latin typeface="微软雅黑" panose="020B0503020204020204" charset="-122"/>
                  <a:ea typeface="微软雅黑" panose="020B0503020204020204" charset="-122"/>
                </a:rPr>
                <a:t>年关键产出</a:t>
              </a:r>
              <a:endParaRPr kumimoji="1" lang="en-US" altLang="zh-CN" sz="4000" b="1" dirty="0">
                <a:solidFill>
                  <a:schemeClr val="tx1">
                    <a:lumMod val="75000"/>
                    <a:lumOff val="25000"/>
                  </a:schemeClr>
                </a:solidFill>
                <a:latin typeface="微软雅黑" panose="020B0503020204020204" charset="-122"/>
                <a:ea typeface="微软雅黑" panose="020B0503020204020204" charset="-122"/>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67080" y="1268730"/>
            <a:ext cx="10680065" cy="4140200"/>
          </a:xfrm>
          <a:prstGeom prst="rect">
            <a:avLst/>
          </a:prstGeom>
        </p:spPr>
        <p:txBody>
          <a:bodyPr wrap="square">
            <a:noAutofit/>
          </a:bodyPr>
          <a:lstStyle/>
          <a:p>
            <a:pPr fontAlgn="ctr">
              <a:lnSpc>
                <a:spcPct val="150000"/>
              </a:lnSpc>
              <a:spcBef>
                <a:spcPts val="600"/>
              </a:spcBef>
            </a:pPr>
            <a:endParaRPr lang="zh-CN" altLang="en-US" dirty="0">
              <a:latin typeface="微软雅黑" panose="020B0503020204020204" charset="-122"/>
              <a:ea typeface="微软雅黑" panose="020B0503020204020204" charset="-122"/>
            </a:endParaRPr>
          </a:p>
        </p:txBody>
      </p:sp>
      <p:sp>
        <p:nvSpPr>
          <p:cNvPr id="8" name="文本占位符 6"/>
          <p:cNvSpPr>
            <a:spLocks noGrp="1"/>
          </p:cNvSpPr>
          <p:nvPr>
            <p:ph type="body" sz="quarter" idx="10"/>
          </p:nvPr>
        </p:nvSpPr>
        <p:spPr>
          <a:xfrm>
            <a:off x="767408" y="188640"/>
            <a:ext cx="7112000" cy="416877"/>
          </a:xfrm>
        </p:spPr>
        <p:txBody>
          <a:bodyPr>
            <a:noAutofit/>
          </a:bodyPr>
          <a:lstStyle/>
          <a:p>
            <a:pPr fontAlgn="ctr">
              <a:spcBef>
                <a:spcPts val="600"/>
              </a:spcBef>
            </a:pPr>
            <a:r>
              <a:rPr lang="en-US" altLang="zh-CN" b="1" dirty="0">
                <a:latin typeface="微软雅黑" panose="020B0503020204020204" charset="-122"/>
                <a:ea typeface="微软雅黑" panose="020B0503020204020204" charset="-122"/>
              </a:rPr>
              <a:t>2023</a:t>
            </a:r>
            <a:r>
              <a:rPr b="1" dirty="0">
                <a:latin typeface="微软雅黑" panose="020B0503020204020204" charset="-122"/>
                <a:ea typeface="微软雅黑" panose="020B0503020204020204" charset="-122"/>
              </a:rPr>
              <a:t>年关键产出</a:t>
            </a:r>
            <a:endParaRPr lang="en-US" altLang="zh-CN" b="1" dirty="0">
              <a:latin typeface="微软雅黑" panose="020B0503020204020204" charset="-122"/>
              <a:ea typeface="微软雅黑" panose="020B0503020204020204" charset="-122"/>
            </a:endParaRPr>
          </a:p>
          <a:p>
            <a:pPr fontAlgn="ctr">
              <a:spcBef>
                <a:spcPts val="600"/>
              </a:spcBef>
            </a:pPr>
            <a:endParaRPr lang="en-US" altLang="zh-CN" sz="2400" dirty="0">
              <a:latin typeface="微软雅黑" panose="020B0503020204020204" charset="-122"/>
              <a:ea typeface="微软雅黑" panose="020B0503020204020204" charset="-122"/>
            </a:endParaRPr>
          </a:p>
        </p:txBody>
      </p:sp>
      <p:sp>
        <p:nvSpPr>
          <p:cNvPr id="2" name="文本框 1"/>
          <p:cNvSpPr txBox="1"/>
          <p:nvPr/>
        </p:nvSpPr>
        <p:spPr>
          <a:xfrm>
            <a:off x="1443990" y="1556385"/>
            <a:ext cx="4064000" cy="2676525"/>
          </a:xfrm>
          <a:prstGeom prst="rect">
            <a:avLst/>
          </a:prstGeom>
          <a:noFill/>
        </p:spPr>
        <p:txBody>
          <a:bodyPr wrap="square" rtlCol="0">
            <a:spAutoFit/>
          </a:bodyPr>
          <a:p>
            <a:pPr marL="285750" indent="-285750">
              <a:buFont typeface="Wingdings" panose="05000000000000000000" charset="0"/>
              <a:buChar char=""/>
            </a:pPr>
            <a:r>
              <a:rPr lang="zh-CN" altLang="en-US" sz="2400"/>
              <a:t>微信助手服务端</a:t>
            </a:r>
            <a:endParaRPr lang="zh-CN" altLang="en-US" sz="2400"/>
          </a:p>
          <a:p>
            <a:pPr marL="285750" indent="-285750">
              <a:buFont typeface="Wingdings" panose="05000000000000000000" charset="0"/>
              <a:buChar char=""/>
            </a:pPr>
            <a:endParaRPr lang="zh-CN" altLang="en-US" sz="2400"/>
          </a:p>
          <a:p>
            <a:pPr marL="285750" indent="-285750">
              <a:buFont typeface="Wingdings" panose="05000000000000000000" charset="0"/>
              <a:buChar char=""/>
            </a:pPr>
            <a:endParaRPr lang="zh-CN" altLang="en-US" sz="2400"/>
          </a:p>
          <a:p>
            <a:pPr marL="285750" indent="-285750">
              <a:buFont typeface="Wingdings" panose="05000000000000000000" charset="0"/>
              <a:buChar char=""/>
            </a:pPr>
            <a:r>
              <a:rPr lang="zh-CN" altLang="en-US" sz="2400"/>
              <a:t>微信助手</a:t>
            </a:r>
            <a:r>
              <a:rPr lang="zh-CN" altLang="en-US" sz="2400"/>
              <a:t>客户端</a:t>
            </a:r>
            <a:endParaRPr lang="zh-CN" altLang="en-US" sz="2400"/>
          </a:p>
          <a:p>
            <a:pPr marL="285750" indent="-285750">
              <a:buFont typeface="Wingdings" panose="05000000000000000000" charset="0"/>
              <a:buChar char=""/>
            </a:pPr>
            <a:endParaRPr lang="zh-CN" altLang="en-US" sz="2400"/>
          </a:p>
          <a:p>
            <a:pPr marL="285750" indent="-285750">
              <a:buFont typeface="Wingdings" panose="05000000000000000000" charset="0"/>
              <a:buChar char=""/>
            </a:pPr>
            <a:endParaRPr lang="zh-CN" altLang="en-US" sz="2400"/>
          </a:p>
          <a:p>
            <a:pPr marL="285750" indent="-285750">
              <a:buFont typeface="Wingdings" panose="05000000000000000000" charset="0"/>
              <a:buChar char=""/>
            </a:pPr>
            <a:r>
              <a:rPr lang="zh-CN" altLang="en-US" sz="2400"/>
              <a:t>日常</a:t>
            </a:r>
            <a:r>
              <a:rPr lang="zh-CN" altLang="en-US" sz="2400"/>
              <a:t>工作</a:t>
            </a:r>
            <a:endParaRPr lang="zh-CN" alt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79425" y="692785"/>
            <a:ext cx="10680065" cy="4399280"/>
          </a:xfrm>
          <a:prstGeom prst="rect">
            <a:avLst/>
          </a:prstGeom>
        </p:spPr>
        <p:txBody>
          <a:bodyPr wrap="square">
            <a:noAutofit/>
          </a:bodyPr>
          <a:lstStyle/>
          <a:p>
            <a:pPr fontAlgn="ctr">
              <a:lnSpc>
                <a:spcPct val="150000"/>
              </a:lnSpc>
              <a:spcBef>
                <a:spcPts val="600"/>
              </a:spcBef>
            </a:pPr>
            <a:endParaRPr lang="zh-CN" altLang="en-US" dirty="0">
              <a:latin typeface="微软雅黑" panose="020B0503020204020204" charset="-122"/>
              <a:ea typeface="微软雅黑" panose="020B0503020204020204" charset="-122"/>
            </a:endParaRPr>
          </a:p>
        </p:txBody>
      </p:sp>
      <p:sp>
        <p:nvSpPr>
          <p:cNvPr id="8" name="文本占位符 6"/>
          <p:cNvSpPr>
            <a:spLocks noGrp="1"/>
          </p:cNvSpPr>
          <p:nvPr>
            <p:ph type="body" sz="quarter" idx="10"/>
          </p:nvPr>
        </p:nvSpPr>
        <p:spPr>
          <a:xfrm>
            <a:off x="767408" y="188640"/>
            <a:ext cx="7112000" cy="416877"/>
          </a:xfrm>
        </p:spPr>
        <p:txBody>
          <a:bodyPr>
            <a:noAutofit/>
          </a:bodyPr>
          <a:lstStyle/>
          <a:p>
            <a:pPr fontAlgn="ctr">
              <a:spcBef>
                <a:spcPts val="600"/>
              </a:spcBef>
            </a:pPr>
            <a:r>
              <a:rPr lang="en-US" altLang="zh-CN">
                <a:sym typeface="+mn-ea"/>
              </a:rPr>
              <a:t>2023</a:t>
            </a:r>
            <a:r>
              <a:rPr>
                <a:sym typeface="+mn-ea"/>
              </a:rPr>
              <a:t>年关键产出</a:t>
            </a:r>
            <a:endParaRPr lang="en-US" altLang="zh-CN" b="1" dirty="0">
              <a:latin typeface="微软雅黑" panose="020B0503020204020204" charset="-122"/>
              <a:ea typeface="微软雅黑" panose="020B0503020204020204" charset="-122"/>
            </a:endParaRPr>
          </a:p>
          <a:p>
            <a:pPr fontAlgn="ctr">
              <a:spcBef>
                <a:spcPts val="600"/>
              </a:spcBef>
            </a:pPr>
            <a:endParaRPr b="1" dirty="0">
              <a:latin typeface="微软雅黑" panose="020B0503020204020204" charset="-122"/>
              <a:ea typeface="微软雅黑" panose="020B0503020204020204" charset="-122"/>
            </a:endParaRPr>
          </a:p>
        </p:txBody>
      </p:sp>
      <p:sp>
        <p:nvSpPr>
          <p:cNvPr id="4" name="文本框 3"/>
          <p:cNvSpPr txBox="1"/>
          <p:nvPr/>
        </p:nvSpPr>
        <p:spPr>
          <a:xfrm>
            <a:off x="407670" y="980440"/>
            <a:ext cx="8366760" cy="3265805"/>
          </a:xfrm>
          <a:prstGeom prst="rect">
            <a:avLst/>
          </a:prstGeom>
          <a:noFill/>
        </p:spPr>
        <p:txBody>
          <a:bodyPr wrap="square" rtlCol="0">
            <a:noAutofit/>
          </a:bodyPr>
          <a:p>
            <a:pPr marL="342900" indent="-342900" fontAlgn="auto">
              <a:spcBef>
                <a:spcPts val="600"/>
              </a:spcBef>
              <a:spcAft>
                <a:spcPts val="600"/>
              </a:spcAft>
              <a:buFont typeface="Arial" panose="020B0604020202090204" pitchFamily="34" charset="0"/>
              <a:buChar char="•"/>
            </a:pPr>
            <a:r>
              <a:rPr lang="zh-CN" altLang="en-US" sz="2000" b="1">
                <a:latin typeface="微软雅黑" charset="0"/>
                <a:ea typeface="微软雅黑" charset="0"/>
                <a:cs typeface="+mn-ea"/>
                <a:sym typeface="+mn-ea"/>
              </a:rPr>
              <a:t>微信助手服务端</a:t>
            </a:r>
            <a:endParaRPr lang="zh-CN" altLang="en-US" sz="2000" b="1">
              <a:latin typeface="微软雅黑" charset="0"/>
              <a:ea typeface="微软雅黑" charset="0"/>
              <a:cs typeface="+mn-ea"/>
              <a:sym typeface="+mn-ea"/>
            </a:endParaRPr>
          </a:p>
          <a:p>
            <a:pPr marL="800100" lvl="1" indent="-342900" fontAlgn="auto">
              <a:spcBef>
                <a:spcPts val="600"/>
              </a:spcBef>
              <a:spcAft>
                <a:spcPts val="600"/>
              </a:spcAft>
              <a:buFont typeface="Arial" panose="020B0604020202090204" pitchFamily="34" charset="0"/>
              <a:buChar char="•"/>
            </a:pPr>
            <a:r>
              <a:rPr lang="zh-CN" altLang="en-US" b="1">
                <a:latin typeface="+mn-ea"/>
                <a:cs typeface="+mn-ea"/>
                <a:sym typeface="+mn-ea"/>
              </a:rPr>
              <a:t>极速群发失败重试、发送频繁的弹窗和灵犀通知</a:t>
            </a:r>
            <a:endParaRPr lang="zh-CN" altLang="en-US" b="1">
              <a:latin typeface="+mn-ea"/>
              <a:cs typeface="+mn-ea"/>
              <a:sym typeface="+mn-ea"/>
            </a:endParaRPr>
          </a:p>
          <a:p>
            <a:pPr marL="800100" lvl="1" indent="-342900" fontAlgn="auto">
              <a:spcBef>
                <a:spcPts val="600"/>
              </a:spcBef>
              <a:spcAft>
                <a:spcPts val="600"/>
              </a:spcAft>
              <a:buFont typeface="Arial" panose="020B0604020202090204" pitchFamily="34" charset="0"/>
              <a:buChar char="•"/>
            </a:pPr>
            <a:r>
              <a:rPr lang="zh-CN" altLang="en-US" b="1">
                <a:latin typeface="+mn-ea"/>
                <a:cs typeface="+mn-ea"/>
                <a:sym typeface="+mn-ea"/>
              </a:rPr>
              <a:t>微信和企微普通群发支持分组发送</a:t>
            </a:r>
            <a:endParaRPr lang="zh-CN" altLang="en-US" b="1">
              <a:latin typeface="+mn-ea"/>
              <a:cs typeface="+mn-ea"/>
              <a:sym typeface="+mn-ea"/>
            </a:endParaRPr>
          </a:p>
          <a:p>
            <a:pPr marL="800100" lvl="1" indent="-342900" fontAlgn="auto">
              <a:spcBef>
                <a:spcPts val="600"/>
              </a:spcBef>
              <a:spcAft>
                <a:spcPts val="600"/>
              </a:spcAft>
              <a:buFont typeface="Arial" panose="020B0604020202090204" pitchFamily="34" charset="0"/>
              <a:buChar char="•"/>
            </a:pPr>
            <a:r>
              <a:rPr lang="zh-CN" altLang="en-US" b="1">
                <a:latin typeface="+mn-ea"/>
                <a:cs typeface="+mn-ea"/>
                <a:sym typeface="+mn-ea"/>
              </a:rPr>
              <a:t>好友方案按渠道和班级分流</a:t>
            </a:r>
            <a:endParaRPr lang="zh-CN" altLang="en-US" b="1">
              <a:latin typeface="+mn-ea"/>
              <a:cs typeface="+mn-ea"/>
              <a:sym typeface="+mn-ea"/>
            </a:endParaRPr>
          </a:p>
          <a:p>
            <a:pPr marL="800100" lvl="1" indent="-342900" fontAlgn="auto">
              <a:spcBef>
                <a:spcPts val="600"/>
              </a:spcBef>
              <a:spcAft>
                <a:spcPts val="600"/>
              </a:spcAft>
              <a:buFont typeface="Arial" panose="020B0604020202090204" pitchFamily="34" charset="0"/>
              <a:buChar char="•"/>
            </a:pPr>
            <a:r>
              <a:rPr lang="zh-CN" altLang="en-US" b="1">
                <a:latin typeface="Arial Bold" panose="020B0604020202090204" charset="0"/>
                <a:cs typeface="Arial Bold" panose="020B0604020202090204" charset="0"/>
                <a:sym typeface="+mn-ea"/>
              </a:rPr>
              <a:t>支持</a:t>
            </a:r>
            <a:r>
              <a:rPr lang="en-US" altLang="zh-CN" b="1">
                <a:latin typeface="Arial Bold" panose="020B0604020202090204" charset="0"/>
                <a:cs typeface="Arial Bold" panose="020B0604020202090204" charset="0"/>
                <a:sym typeface="+mn-ea"/>
              </a:rPr>
              <a:t>crm</a:t>
            </a:r>
            <a:r>
              <a:rPr lang="zh-CN" altLang="en-US" b="1">
                <a:latin typeface="Arial Bold" panose="020B0604020202090204" charset="0"/>
                <a:cs typeface="Arial Bold" panose="020B0604020202090204" charset="0"/>
                <a:sym typeface="+mn-ea"/>
              </a:rPr>
              <a:t>网页跳端至微信助手</a:t>
            </a:r>
            <a:r>
              <a:rPr lang="en-US" altLang="zh-CN" b="1">
                <a:latin typeface="Arial Bold" panose="020B0604020202090204" charset="0"/>
                <a:cs typeface="Arial Bold" panose="020B0604020202090204" charset="0"/>
                <a:sym typeface="+mn-ea"/>
              </a:rPr>
              <a:t>crm</a:t>
            </a:r>
            <a:r>
              <a:rPr lang="zh-CN" altLang="en-US" b="1">
                <a:latin typeface="Arial Bold" panose="020B0604020202090204" charset="0"/>
                <a:cs typeface="Arial Bold" panose="020B0604020202090204" charset="0"/>
                <a:sym typeface="+mn-ea"/>
              </a:rPr>
              <a:t>和微信助手模版互通</a:t>
            </a:r>
            <a:endParaRPr lang="zh-CN" altLang="en-US" b="1">
              <a:latin typeface="Arial Bold" panose="020B0604020202090204" charset="0"/>
              <a:cs typeface="Arial Bold" panose="020B0604020202090204" charset="0"/>
            </a:endParaRPr>
          </a:p>
          <a:p>
            <a:pPr marL="800100" lvl="1" indent="-342900" fontAlgn="auto">
              <a:spcBef>
                <a:spcPts val="600"/>
              </a:spcBef>
              <a:spcAft>
                <a:spcPts val="600"/>
              </a:spcAft>
              <a:buFont typeface="Arial" panose="020B0604020202090204" pitchFamily="34" charset="0"/>
              <a:buChar char="•"/>
            </a:pPr>
            <a:r>
              <a:rPr lang="zh-CN" altLang="en-US" b="1">
                <a:latin typeface="Arial Bold" panose="020B0604020202090204" charset="0"/>
                <a:cs typeface="Arial Bold" panose="020B0604020202090204" charset="0"/>
              </a:rPr>
              <a:t>支持用户行为筛选，</a:t>
            </a:r>
            <a:r>
              <a:rPr lang="en-US" altLang="zh-CN" b="1">
                <a:latin typeface="Arial Bold" panose="020B0604020202090204" charset="0"/>
                <a:cs typeface="Arial Bold" panose="020B0604020202090204" charset="0"/>
              </a:rPr>
              <a:t> </a:t>
            </a:r>
            <a:r>
              <a:rPr lang="zh-CN" altLang="en-US" b="1">
                <a:latin typeface="Arial Bold" panose="020B0604020202090204" charset="0"/>
                <a:cs typeface="Arial Bold" panose="020B0604020202090204" charset="0"/>
              </a:rPr>
              <a:t>异或</a:t>
            </a:r>
            <a:r>
              <a:rPr lang="zh-CN" altLang="en-US" b="1">
                <a:latin typeface="Arial Bold" panose="020B0604020202090204" charset="0"/>
                <a:cs typeface="Arial Bold" panose="020B0604020202090204" charset="0"/>
              </a:rPr>
              <a:t>模型</a:t>
            </a:r>
            <a:endParaRPr lang="zh-CN" altLang="en-US" b="1">
              <a:latin typeface="Arial Bold" panose="020B0604020202090204" charset="0"/>
              <a:cs typeface="Arial Bold" panose="020B060402020209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39470" y="1052830"/>
            <a:ext cx="10680065" cy="4140200"/>
          </a:xfrm>
          <a:prstGeom prst="rect">
            <a:avLst/>
          </a:prstGeom>
        </p:spPr>
        <p:txBody>
          <a:bodyPr wrap="square">
            <a:noAutofit/>
          </a:bodyPr>
          <a:lstStyle/>
          <a:p>
            <a:pPr fontAlgn="ctr">
              <a:lnSpc>
                <a:spcPct val="150000"/>
              </a:lnSpc>
              <a:spcBef>
                <a:spcPts val="600"/>
              </a:spcBef>
            </a:pPr>
            <a:endParaRPr lang="zh-CN" altLang="en-US" dirty="0">
              <a:latin typeface="微软雅黑" panose="020B0503020204020204" charset="-122"/>
              <a:ea typeface="微软雅黑" panose="020B0503020204020204" charset="-122"/>
            </a:endParaRPr>
          </a:p>
        </p:txBody>
      </p:sp>
      <p:sp>
        <p:nvSpPr>
          <p:cNvPr id="8" name="文本占位符 6"/>
          <p:cNvSpPr>
            <a:spLocks noGrp="1"/>
          </p:cNvSpPr>
          <p:nvPr>
            <p:ph type="body" sz="quarter" idx="10"/>
          </p:nvPr>
        </p:nvSpPr>
        <p:spPr>
          <a:xfrm>
            <a:off x="767408" y="188640"/>
            <a:ext cx="7112000" cy="416877"/>
          </a:xfrm>
        </p:spPr>
        <p:txBody>
          <a:bodyPr>
            <a:noAutofit/>
          </a:bodyPr>
          <a:lstStyle/>
          <a:p>
            <a:pPr fontAlgn="ctr">
              <a:spcBef>
                <a:spcPts val="600"/>
              </a:spcBef>
            </a:pPr>
            <a:r>
              <a:rPr>
                <a:sym typeface="+mn-ea"/>
              </a:rPr>
              <a:t>微信助手客户端和日常</a:t>
            </a:r>
            <a:r>
              <a:rPr>
                <a:sym typeface="+mn-ea"/>
              </a:rPr>
              <a:t>工作</a:t>
            </a:r>
            <a:endParaRPr>
              <a:sym typeface="+mn-ea"/>
            </a:endParaRPr>
          </a:p>
        </p:txBody>
      </p:sp>
      <p:sp>
        <p:nvSpPr>
          <p:cNvPr id="6" name="文本框 5"/>
          <p:cNvSpPr txBox="1"/>
          <p:nvPr>
            <p:custDataLst>
              <p:tags r:id="rId1"/>
            </p:custDataLst>
          </p:nvPr>
        </p:nvSpPr>
        <p:spPr>
          <a:xfrm>
            <a:off x="839470" y="1412875"/>
            <a:ext cx="8091805" cy="2266950"/>
          </a:xfrm>
          <a:prstGeom prst="rect">
            <a:avLst/>
          </a:prstGeom>
          <a:noFill/>
        </p:spPr>
        <p:txBody>
          <a:bodyPr wrap="square" rtlCol="0">
            <a:noAutofit/>
          </a:bodyPr>
          <a:p>
            <a:pPr marL="342900" indent="-342900">
              <a:buFont typeface="Arial" panose="020B0604020202090204" pitchFamily="34" charset="0"/>
              <a:buChar char="•"/>
            </a:pPr>
            <a:r>
              <a:rPr sz="2000" b="1">
                <a:latin typeface="微软雅黑" charset="0"/>
                <a:ea typeface="微软雅黑" charset="0"/>
                <a:sym typeface="+mn-ea"/>
              </a:rPr>
              <a:t>微信助手客户端</a:t>
            </a:r>
            <a:endParaRPr lang="zh-CN" altLang="en-US" sz="2000" b="1">
              <a:latin typeface="微软雅黑" charset="0"/>
              <a:ea typeface="微软雅黑" charset="0"/>
            </a:endParaRPr>
          </a:p>
          <a:p>
            <a:pPr marL="800100" lvl="1" indent="-342900" algn="l">
              <a:spcBef>
                <a:spcPts val="600"/>
              </a:spcBef>
              <a:spcAft>
                <a:spcPts val="600"/>
              </a:spcAft>
              <a:buClrTx/>
              <a:buSzTx/>
              <a:buFont typeface="Arial" panose="020B0604020202090204" pitchFamily="34" charset="0"/>
              <a:buChar char="•"/>
            </a:pPr>
            <a:r>
              <a:rPr lang="zh-CN" altLang="en-US">
                <a:latin typeface="+mn-ea"/>
                <a:cs typeface="+mn-ea"/>
              </a:rPr>
              <a:t>优化线程池，提升消费</a:t>
            </a:r>
            <a:r>
              <a:rPr lang="zh-CN" altLang="en-US">
                <a:latin typeface="+mn-ea"/>
                <a:cs typeface="+mn-ea"/>
              </a:rPr>
              <a:t>能力</a:t>
            </a:r>
            <a:endParaRPr lang="zh-CN" altLang="en-US">
              <a:latin typeface="+mn-ea"/>
              <a:cs typeface="+mn-ea"/>
            </a:endParaRPr>
          </a:p>
          <a:p>
            <a:pPr marL="800100" lvl="1" indent="-342900" algn="l">
              <a:spcBef>
                <a:spcPts val="600"/>
              </a:spcBef>
              <a:spcAft>
                <a:spcPts val="600"/>
              </a:spcAft>
              <a:buClrTx/>
              <a:buSzTx/>
              <a:buFont typeface="Arial" panose="020B0604020202090204" pitchFamily="34" charset="0"/>
              <a:buChar char="•"/>
            </a:pPr>
            <a:r>
              <a:rPr lang="zh-CN" altLang="en-US">
                <a:latin typeface="+mn-ea"/>
                <a:cs typeface="+mn-ea"/>
              </a:rPr>
              <a:t>图片</a:t>
            </a:r>
            <a:r>
              <a:rPr lang="zh-CN" altLang="en-US">
                <a:latin typeface="+mn-ea"/>
                <a:cs typeface="+mn-ea"/>
              </a:rPr>
              <a:t>压缩</a:t>
            </a:r>
            <a:endParaRPr lang="zh-CN" altLang="en-US">
              <a:latin typeface="+mn-ea"/>
              <a:cs typeface="+mn-ea"/>
            </a:endParaRPr>
          </a:p>
        </p:txBody>
      </p:sp>
      <p:sp>
        <p:nvSpPr>
          <p:cNvPr id="2" name="文本框 1"/>
          <p:cNvSpPr txBox="1"/>
          <p:nvPr>
            <p:custDataLst>
              <p:tags r:id="rId2"/>
            </p:custDataLst>
          </p:nvPr>
        </p:nvSpPr>
        <p:spPr>
          <a:xfrm>
            <a:off x="911225" y="3645535"/>
            <a:ext cx="4050030" cy="2266950"/>
          </a:xfrm>
          <a:prstGeom prst="rect">
            <a:avLst/>
          </a:prstGeom>
          <a:noFill/>
        </p:spPr>
        <p:txBody>
          <a:bodyPr wrap="square" rtlCol="0">
            <a:noAutofit/>
          </a:bodyPr>
          <a:p>
            <a:pPr marL="342900" lvl="0" indent="-342900" algn="l">
              <a:buClrTx/>
              <a:buSzTx/>
              <a:buFont typeface="Arial" panose="020B0604020202090204" pitchFamily="34" charset="0"/>
              <a:buChar char="•"/>
            </a:pPr>
            <a:r>
              <a:rPr lang="zh-CN" altLang="en-US" sz="2000" b="1">
                <a:latin typeface="微软雅黑" charset="0"/>
                <a:ea typeface="微软雅黑" charset="0"/>
                <a:sym typeface="+mn-ea"/>
              </a:rPr>
              <a:t>日常工作：</a:t>
            </a:r>
            <a:endParaRPr lang="zh-CN" altLang="en-US" sz="2000" b="1">
              <a:latin typeface="微软雅黑" charset="0"/>
              <a:ea typeface="微软雅黑" charset="0"/>
              <a:sym typeface="+mn-ea"/>
            </a:endParaRPr>
          </a:p>
          <a:p>
            <a:pPr marL="800100" lvl="1" indent="-342900" algn="l">
              <a:spcBef>
                <a:spcPts val="600"/>
              </a:spcBef>
              <a:spcAft>
                <a:spcPts val="600"/>
              </a:spcAft>
              <a:buClrTx/>
              <a:buSzTx/>
              <a:buFont typeface="Arial" panose="020B0604020202090204" pitchFamily="34" charset="0"/>
              <a:buChar char="•"/>
            </a:pPr>
            <a:r>
              <a:rPr lang="zh-CN" altLang="en-US">
                <a:latin typeface="+mn-ea"/>
                <a:cs typeface="+mn-ea"/>
                <a:sym typeface="+mn-ea"/>
              </a:rPr>
              <a:t>处理微信助手的工单</a:t>
            </a:r>
            <a:endParaRPr lang="zh-CN" altLang="en-US">
              <a:latin typeface="+mn-ea"/>
              <a:cs typeface="+mn-ea"/>
              <a:sym typeface="+mn-ea"/>
            </a:endParaRPr>
          </a:p>
          <a:p>
            <a:pPr marL="800100" lvl="1" indent="-342900" algn="l">
              <a:spcBef>
                <a:spcPts val="600"/>
              </a:spcBef>
              <a:spcAft>
                <a:spcPts val="600"/>
              </a:spcAft>
              <a:buClrTx/>
              <a:buSzTx/>
              <a:buFont typeface="Arial" panose="020B0604020202090204" pitchFamily="34" charset="0"/>
              <a:buChar char="•"/>
            </a:pPr>
            <a:r>
              <a:rPr lang="zh-CN" altLang="en-US">
                <a:latin typeface="+mn-ea"/>
                <a:cs typeface="+mn-ea"/>
                <a:sym typeface="+mn-ea"/>
              </a:rPr>
              <a:t>处理郑州原子团队的反馈</a:t>
            </a:r>
            <a:endParaRPr lang="zh-CN" altLang="en-US">
              <a:latin typeface="+mn-ea"/>
              <a:cs typeface="+mn-ea"/>
              <a:sym typeface="+mn-ea"/>
            </a:endParaRPr>
          </a:p>
          <a:p>
            <a:pPr marL="342900" lvl="0" indent="-342900" algn="l">
              <a:buClrTx/>
              <a:buSzTx/>
              <a:buFont typeface="Arial" panose="020B0604020202090204" pitchFamily="34" charset="0"/>
              <a:buChar char="•"/>
            </a:pPr>
            <a:endParaRPr lang="zh-CN" altLang="en-US" sz="2000" b="1">
              <a:latin typeface="微软雅黑" charset="0"/>
              <a:ea typeface="微软雅黑" charset="0"/>
              <a:sym typeface="+mn-ea"/>
            </a:endParaRPr>
          </a:p>
          <a:p>
            <a:pPr marL="342900" lvl="0" indent="-342900" algn="l">
              <a:buClrTx/>
              <a:buSzTx/>
              <a:buFont typeface="Arial" panose="020B0604020202090204" pitchFamily="34" charset="0"/>
              <a:buChar char="•"/>
            </a:pPr>
            <a:endParaRPr lang="zh-CN" altLang="en-US" sz="2000" b="1">
              <a:latin typeface="微软雅黑" charset="0"/>
              <a:ea typeface="微软雅黑"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37210" y="950595"/>
            <a:ext cx="10680065" cy="4140200"/>
          </a:xfrm>
          <a:prstGeom prst="rect">
            <a:avLst/>
          </a:prstGeom>
        </p:spPr>
        <p:txBody>
          <a:bodyPr wrap="square">
            <a:noAutofit/>
          </a:bodyPr>
          <a:lstStyle/>
          <a:p>
            <a:pPr fontAlgn="ctr">
              <a:lnSpc>
                <a:spcPct val="150000"/>
              </a:lnSpc>
              <a:spcBef>
                <a:spcPts val="600"/>
              </a:spcBef>
            </a:pPr>
            <a:r>
              <a:rPr lang="zh-CN" altLang="en-US" sz="1600" b="1" dirty="0">
                <a:latin typeface="微软雅黑" panose="020B0503020204020204" charset="-122"/>
                <a:ea typeface="微软雅黑" panose="020B0503020204020204" charset="-122"/>
              </a:rPr>
              <a:t>现状：</a:t>
            </a:r>
            <a:r>
              <a:rPr lang="en-US" altLang="zh-CN" sz="1600" b="1" dirty="0">
                <a:latin typeface="微软雅黑" panose="020B0503020204020204" charset="-122"/>
                <a:ea typeface="微软雅黑" panose="020B0503020204020204" charset="-122"/>
              </a:rPr>
              <a:t>1. </a:t>
            </a:r>
            <a:r>
              <a:rPr lang="zh-CN" altLang="en-US" sz="1600" b="1" dirty="0">
                <a:latin typeface="微软雅黑" panose="020B0503020204020204" charset="-122"/>
                <a:ea typeface="微软雅黑" panose="020B0503020204020204" charset="-122"/>
              </a:rPr>
              <a:t>目前极速群发任务的成功率低于普通群发任务，并且由于极速群发失败是整个任务失败，失败的后果要大于普通任务失败。目前的极速群发任务结果状态不准确，用户无法再微信助手确认极速群发是否全部成功。</a:t>
            </a:r>
            <a:r>
              <a:rPr lang="en-US" altLang="zh-CN" sz="1600" b="1" dirty="0">
                <a:latin typeface="微软雅黑" panose="020B0503020204020204" charset="-122"/>
                <a:ea typeface="微软雅黑" panose="020B0503020204020204" charset="-122"/>
              </a:rPr>
              <a:t> 2. </a:t>
            </a:r>
            <a:r>
              <a:rPr lang="zh-CN" altLang="en-US" sz="1600" b="1" dirty="0">
                <a:latin typeface="微软雅黑" panose="020B0503020204020204" charset="-122"/>
                <a:ea typeface="微软雅黑" panose="020B0503020204020204" charset="-122"/>
              </a:rPr>
              <a:t>微信助手容易造成企微发送频繁，如果此时还有群发任务正在执行的话，容易造成封号。因此以上两种情况都需要增加提醒和一些特殊处理。</a:t>
            </a:r>
            <a:endParaRPr lang="zh-CN" altLang="en-US" sz="1600" b="1" dirty="0">
              <a:latin typeface="微软雅黑" panose="020B0503020204020204" charset="-122"/>
              <a:ea typeface="微软雅黑" panose="020B0503020204020204" charset="-122"/>
            </a:endParaRPr>
          </a:p>
          <a:p>
            <a:pPr fontAlgn="ctr">
              <a:lnSpc>
                <a:spcPct val="150000"/>
              </a:lnSpc>
              <a:spcBef>
                <a:spcPts val="600"/>
              </a:spcBef>
            </a:pPr>
            <a:r>
              <a:rPr lang="zh-CN" altLang="en-US" sz="1600" b="1" dirty="0">
                <a:latin typeface="微软雅黑" panose="020B0503020204020204" charset="-122"/>
                <a:ea typeface="微软雅黑" panose="020B0503020204020204" charset="-122"/>
                <a:sym typeface="+mn-ea"/>
              </a:rPr>
              <a:t>目标：提醒用户，提高极速群发的成功率，降低发送频繁的持续时间。</a:t>
            </a:r>
            <a:endParaRPr lang="zh-CN" altLang="en-US" sz="1600" dirty="0">
              <a:latin typeface="微软雅黑" panose="020B0503020204020204" charset="-122"/>
              <a:ea typeface="微软雅黑" panose="020B0503020204020204" charset="-122"/>
            </a:endParaRPr>
          </a:p>
          <a:p>
            <a:pPr indent="0" fontAlgn="ctr">
              <a:lnSpc>
                <a:spcPct val="150000"/>
              </a:lnSpc>
              <a:spcBef>
                <a:spcPts val="600"/>
              </a:spcBef>
              <a:buFont typeface="Arial" panose="020B0604020202090204" pitchFamily="34" charset="0"/>
              <a:buNone/>
            </a:pPr>
            <a:endParaRPr lang="zh-CN" altLang="en-US" dirty="0">
              <a:latin typeface="微软雅黑" panose="020B0503020204020204" charset="-122"/>
              <a:ea typeface="微软雅黑" panose="020B0503020204020204" charset="-122"/>
            </a:endParaRPr>
          </a:p>
          <a:p>
            <a:pPr indent="0" fontAlgn="ctr">
              <a:lnSpc>
                <a:spcPct val="150000"/>
              </a:lnSpc>
              <a:spcBef>
                <a:spcPts val="600"/>
              </a:spcBef>
              <a:buFont typeface="Arial" panose="020B0604020202090204" pitchFamily="34" charset="0"/>
              <a:buNone/>
            </a:pPr>
            <a:endParaRPr lang="zh-CN" altLang="en-US" dirty="0">
              <a:latin typeface="微软雅黑" panose="020B0503020204020204" charset="-122"/>
              <a:ea typeface="微软雅黑" panose="020B0503020204020204" charset="-122"/>
            </a:endParaRPr>
          </a:p>
        </p:txBody>
      </p:sp>
      <p:sp>
        <p:nvSpPr>
          <p:cNvPr id="8" name="文本占位符 6"/>
          <p:cNvSpPr>
            <a:spLocks noGrp="1"/>
          </p:cNvSpPr>
          <p:nvPr>
            <p:ph type="body" sz="quarter" idx="10"/>
          </p:nvPr>
        </p:nvSpPr>
        <p:spPr>
          <a:xfrm>
            <a:off x="767408" y="188640"/>
            <a:ext cx="7112000" cy="416877"/>
          </a:xfrm>
        </p:spPr>
        <p:txBody>
          <a:bodyPr>
            <a:noAutofit/>
          </a:bodyPr>
          <a:lstStyle/>
          <a:p>
            <a:pPr fontAlgn="ctr">
              <a:spcBef>
                <a:spcPts val="600"/>
              </a:spcBef>
            </a:pPr>
            <a:r>
              <a:rPr sz="2000">
                <a:latin typeface="+mn-ea"/>
                <a:cs typeface="+mn-ea"/>
                <a:sym typeface="+mn-ea"/>
              </a:rPr>
              <a:t>极速群发失败重试、发送频繁的弹窗和灵犀通知</a:t>
            </a:r>
            <a:endParaRPr lang="en-US" altLang="zh-CN" sz="2000" dirty="0">
              <a:latin typeface="微软雅黑" panose="020B0503020204020204" charset="-122"/>
              <a:ea typeface="微软雅黑" panose="020B0503020204020204" charset="-122"/>
            </a:endParaRPr>
          </a:p>
        </p:txBody>
      </p:sp>
      <p:pic>
        <p:nvPicPr>
          <p:cNvPr id="3" name="图片 2"/>
          <p:cNvPicPr>
            <a:picLocks noChangeAspect="1"/>
          </p:cNvPicPr>
          <p:nvPr>
            <p:custDataLst>
              <p:tags r:id="rId1"/>
            </p:custDataLst>
          </p:nvPr>
        </p:nvPicPr>
        <p:blipFill>
          <a:blip r:embed="rId2"/>
          <a:stretch>
            <a:fillRect/>
          </a:stretch>
        </p:blipFill>
        <p:spPr>
          <a:xfrm>
            <a:off x="2567940" y="4293235"/>
            <a:ext cx="6841490" cy="2081530"/>
          </a:xfrm>
          <a:prstGeom prst="rect">
            <a:avLst/>
          </a:prstGeom>
        </p:spPr>
      </p:pic>
      <p:pic>
        <p:nvPicPr>
          <p:cNvPr id="4" name="图片 3"/>
          <p:cNvPicPr>
            <a:picLocks noChangeAspect="1"/>
          </p:cNvPicPr>
          <p:nvPr>
            <p:custDataLst>
              <p:tags r:id="rId3"/>
            </p:custDataLst>
          </p:nvPr>
        </p:nvPicPr>
        <p:blipFill>
          <a:blip r:embed="rId4"/>
          <a:stretch>
            <a:fillRect/>
          </a:stretch>
        </p:blipFill>
        <p:spPr>
          <a:xfrm>
            <a:off x="537210" y="3141345"/>
            <a:ext cx="7651115" cy="11582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0"/>
          </p:nvPr>
        </p:nvSpPr>
        <p:spPr>
          <a:xfrm>
            <a:off x="767408" y="188640"/>
            <a:ext cx="7112000" cy="416877"/>
          </a:xfrm>
        </p:spPr>
        <p:txBody>
          <a:bodyPr>
            <a:noAutofit/>
          </a:bodyPr>
          <a:lstStyle/>
          <a:p>
            <a:pPr fontAlgn="ctr">
              <a:spcBef>
                <a:spcPts val="600"/>
              </a:spcBef>
            </a:pPr>
            <a:r>
              <a:rPr sz="2000">
                <a:latin typeface="+mn-ea"/>
                <a:cs typeface="+mn-ea"/>
                <a:sym typeface="+mn-ea"/>
              </a:rPr>
              <a:t>极速群发失败重试、发送频繁的弹窗和灵犀通知</a:t>
            </a:r>
            <a:endParaRPr lang="en-US" altLang="zh-CN" sz="2000" dirty="0">
              <a:latin typeface="微软雅黑" panose="020B0503020204020204" charset="-122"/>
              <a:ea typeface="微软雅黑" panose="020B0503020204020204" charset="-122"/>
            </a:endParaRPr>
          </a:p>
        </p:txBody>
      </p:sp>
      <p:pic>
        <p:nvPicPr>
          <p:cNvPr id="3" name="图片 2"/>
          <p:cNvPicPr>
            <a:picLocks noChangeAspect="1"/>
          </p:cNvPicPr>
          <p:nvPr>
            <p:custDataLst>
              <p:tags r:id="rId1"/>
            </p:custDataLst>
          </p:nvPr>
        </p:nvPicPr>
        <p:blipFill>
          <a:blip r:embed="rId2"/>
          <a:stretch>
            <a:fillRect/>
          </a:stretch>
        </p:blipFill>
        <p:spPr>
          <a:xfrm>
            <a:off x="-24130" y="4639945"/>
            <a:ext cx="12192000" cy="1285875"/>
          </a:xfrm>
          <a:prstGeom prst="rect">
            <a:avLst/>
          </a:prstGeom>
        </p:spPr>
      </p:pic>
      <p:pic>
        <p:nvPicPr>
          <p:cNvPr id="4" name="图片 3"/>
          <p:cNvPicPr>
            <a:picLocks noChangeAspect="1"/>
          </p:cNvPicPr>
          <p:nvPr>
            <p:custDataLst>
              <p:tags r:id="rId3"/>
            </p:custDataLst>
          </p:nvPr>
        </p:nvPicPr>
        <p:blipFill>
          <a:blip r:embed="rId4"/>
          <a:stretch>
            <a:fillRect/>
          </a:stretch>
        </p:blipFill>
        <p:spPr>
          <a:xfrm>
            <a:off x="47625" y="2774950"/>
            <a:ext cx="12192000" cy="1583055"/>
          </a:xfrm>
          <a:prstGeom prst="rect">
            <a:avLst/>
          </a:prstGeom>
        </p:spPr>
      </p:pic>
      <p:pic>
        <p:nvPicPr>
          <p:cNvPr id="6" name="图片 5"/>
          <p:cNvPicPr>
            <a:picLocks noChangeAspect="1"/>
          </p:cNvPicPr>
          <p:nvPr>
            <p:custDataLst>
              <p:tags r:id="rId5"/>
            </p:custDataLst>
          </p:nvPr>
        </p:nvPicPr>
        <p:blipFill>
          <a:blip r:embed="rId6"/>
          <a:stretch>
            <a:fillRect/>
          </a:stretch>
        </p:blipFill>
        <p:spPr>
          <a:xfrm>
            <a:off x="0" y="908685"/>
            <a:ext cx="12192000" cy="16325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37210" y="950595"/>
            <a:ext cx="10680065" cy="4140200"/>
          </a:xfrm>
          <a:prstGeom prst="rect">
            <a:avLst/>
          </a:prstGeom>
        </p:spPr>
        <p:txBody>
          <a:bodyPr wrap="square">
            <a:noAutofit/>
          </a:bodyPr>
          <a:lstStyle/>
          <a:p>
            <a:pPr fontAlgn="ctr">
              <a:lnSpc>
                <a:spcPct val="150000"/>
              </a:lnSpc>
              <a:spcBef>
                <a:spcPts val="600"/>
              </a:spcBef>
            </a:pPr>
            <a:r>
              <a:rPr lang="zh-CN" altLang="en-US" b="1" dirty="0">
                <a:latin typeface="微软雅黑" panose="020B0503020204020204" charset="-122"/>
                <a:ea typeface="微软雅黑" panose="020B0503020204020204" charset="-122"/>
              </a:rPr>
              <a:t>现状：</a:t>
            </a:r>
            <a:r>
              <a:rPr>
                <a:latin typeface="微软雅黑" charset="0"/>
                <a:ea typeface="微软雅黑" charset="0"/>
                <a:cs typeface="微软雅黑" charset="0"/>
              </a:rPr>
              <a:t>发送消息为串行，导致发送速度较慢；</a:t>
            </a:r>
            <a:r>
              <a:rPr lang="en-US">
                <a:latin typeface="微软雅黑" charset="0"/>
                <a:ea typeface="微软雅黑" charset="0"/>
                <a:cs typeface="微软雅黑" charset="0"/>
              </a:rPr>
              <a:t>1200</a:t>
            </a:r>
            <a:r>
              <a:rPr>
                <a:latin typeface="微软雅黑" charset="0"/>
                <a:ea typeface="微软雅黑" charset="0"/>
                <a:cs typeface="微软雅黑" charset="0"/>
              </a:rPr>
              <a:t>个好友，需要</a:t>
            </a:r>
            <a:r>
              <a:rPr lang="en-US">
                <a:latin typeface="微软雅黑" charset="0"/>
                <a:ea typeface="微软雅黑" charset="0"/>
                <a:cs typeface="微软雅黑" charset="0"/>
              </a:rPr>
              <a:t>20</a:t>
            </a:r>
            <a:r>
              <a:rPr>
                <a:latin typeface="微软雅黑" charset="0"/>
                <a:ea typeface="微软雅黑" charset="0"/>
                <a:cs typeface="微软雅黑" charset="0"/>
              </a:rPr>
              <a:t>分钟；而目前企微宝支持将这些好友拆分为多组，每组任务发送互相不影响，企微宝可以拆分为6组，每组</a:t>
            </a:r>
            <a:r>
              <a:rPr lang="en-US">
                <a:latin typeface="微软雅黑" charset="0"/>
                <a:ea typeface="微软雅黑" charset="0"/>
                <a:cs typeface="微软雅黑" charset="0"/>
              </a:rPr>
              <a:t>200</a:t>
            </a:r>
            <a:r>
              <a:rPr>
                <a:latin typeface="微软雅黑" charset="0"/>
                <a:ea typeface="微软雅黑" charset="0"/>
                <a:cs typeface="微软雅黑" charset="0"/>
              </a:rPr>
              <a:t>，只需约</a:t>
            </a:r>
            <a:r>
              <a:rPr lang="en-US">
                <a:latin typeface="微软雅黑" charset="0"/>
                <a:ea typeface="微软雅黑" charset="0"/>
                <a:cs typeface="微软雅黑" charset="0"/>
              </a:rPr>
              <a:t>4</a:t>
            </a:r>
            <a:r>
              <a:rPr>
                <a:latin typeface="微软雅黑" charset="0"/>
                <a:ea typeface="微软雅黑" charset="0"/>
                <a:cs typeface="微软雅黑" charset="0"/>
              </a:rPr>
              <a:t>分钟即可发完. 原子团队伙伴从企微宝切换到微信助手，</a:t>
            </a:r>
            <a:r>
              <a:rPr>
                <a:latin typeface="微软雅黑" charset="0"/>
                <a:ea typeface="微软雅黑" charset="0"/>
                <a:cs typeface="微软雅黑" charset="0"/>
                <a:sym typeface="+mn-ea"/>
              </a:rPr>
              <a:t>实现分组发送的功能非常关键。</a:t>
            </a:r>
            <a:endParaRPr lang="en-US" altLang="zh-CN" dirty="0">
              <a:latin typeface="微软雅黑" charset="0"/>
              <a:ea typeface="微软雅黑" charset="0"/>
              <a:cs typeface="微软雅黑" charset="0"/>
            </a:endParaRPr>
          </a:p>
          <a:p>
            <a:pPr indent="0" fontAlgn="ctr">
              <a:lnSpc>
                <a:spcPct val="150000"/>
              </a:lnSpc>
              <a:spcBef>
                <a:spcPts val="600"/>
              </a:spcBef>
              <a:buFont typeface="Arial" panose="020B0604020202090204" pitchFamily="34" charset="0"/>
              <a:buNone/>
            </a:pPr>
            <a:r>
              <a:rPr lang="zh-CN" altLang="en-US" b="1" dirty="0">
                <a:latin typeface="微软雅黑" panose="020B0503020204020204" charset="-122"/>
                <a:ea typeface="微软雅黑" panose="020B0503020204020204" charset="-122"/>
                <a:sym typeface="+mn-ea"/>
              </a:rPr>
              <a:t>目标：</a:t>
            </a:r>
            <a:r>
              <a:rPr lang="zh-CN" altLang="en-US" dirty="0">
                <a:latin typeface="微软雅黑" panose="020B0503020204020204" charset="-122"/>
                <a:ea typeface="微软雅黑" panose="020B0503020204020204" charset="-122"/>
              </a:rPr>
              <a:t>提高发送速度和提高运营效率。</a:t>
            </a:r>
            <a:endParaRPr lang="zh-CN" altLang="en-US" dirty="0">
              <a:latin typeface="微软雅黑" panose="020B0503020204020204" charset="-122"/>
              <a:ea typeface="微软雅黑" panose="020B0503020204020204" charset="-122"/>
            </a:endParaRPr>
          </a:p>
          <a:p>
            <a:pPr indent="0" fontAlgn="ctr">
              <a:lnSpc>
                <a:spcPct val="150000"/>
              </a:lnSpc>
              <a:spcBef>
                <a:spcPts val="600"/>
              </a:spcBef>
              <a:buFont typeface="Arial" panose="020B0604020202090204" pitchFamily="34" charset="0"/>
              <a:buNone/>
            </a:pPr>
            <a:endParaRPr lang="zh-CN" altLang="en-US" dirty="0">
              <a:latin typeface="微软雅黑" panose="020B0503020204020204" charset="-122"/>
              <a:ea typeface="微软雅黑" panose="020B0503020204020204" charset="-122"/>
            </a:endParaRPr>
          </a:p>
          <a:p>
            <a:pPr indent="0" fontAlgn="ctr">
              <a:lnSpc>
                <a:spcPct val="150000"/>
              </a:lnSpc>
              <a:spcBef>
                <a:spcPts val="600"/>
              </a:spcBef>
              <a:buFont typeface="Arial" panose="020B0604020202090204" pitchFamily="34" charset="0"/>
              <a:buNone/>
            </a:pPr>
            <a:endParaRPr lang="zh-CN" altLang="en-US" dirty="0">
              <a:latin typeface="微软雅黑" panose="020B0503020204020204" charset="-122"/>
              <a:ea typeface="微软雅黑" panose="020B0503020204020204" charset="-122"/>
            </a:endParaRPr>
          </a:p>
        </p:txBody>
      </p:sp>
      <p:sp>
        <p:nvSpPr>
          <p:cNvPr id="8" name="文本占位符 6"/>
          <p:cNvSpPr>
            <a:spLocks noGrp="1"/>
          </p:cNvSpPr>
          <p:nvPr>
            <p:ph type="body" sz="quarter" idx="10"/>
          </p:nvPr>
        </p:nvSpPr>
        <p:spPr>
          <a:xfrm>
            <a:off x="767408" y="188640"/>
            <a:ext cx="7112000" cy="416877"/>
          </a:xfrm>
        </p:spPr>
        <p:txBody>
          <a:bodyPr>
            <a:noAutofit/>
          </a:bodyPr>
          <a:lstStyle/>
          <a:p>
            <a:pPr fontAlgn="ctr">
              <a:spcBef>
                <a:spcPts val="600"/>
              </a:spcBef>
            </a:pPr>
            <a:r>
              <a:rPr sz="2000" b="1" dirty="0">
                <a:latin typeface="微软雅黑" panose="020B0503020204020204" charset="-122"/>
                <a:ea typeface="微软雅黑" panose="020B0503020204020204" charset="-122"/>
              </a:rPr>
              <a:t>普通群发支持分组发送</a:t>
            </a:r>
            <a:endParaRPr lang="en-US" altLang="zh-CN" sz="2000" b="1" dirty="0">
              <a:latin typeface="微软雅黑" panose="020B0503020204020204" charset="-122"/>
              <a:ea typeface="微软雅黑" panose="020B0503020204020204" charset="-122"/>
            </a:endParaRPr>
          </a:p>
          <a:p>
            <a:pPr fontAlgn="ctr">
              <a:spcBef>
                <a:spcPts val="600"/>
              </a:spcBef>
            </a:pPr>
            <a:endParaRPr lang="en-US" altLang="zh-CN" sz="2000" dirty="0">
              <a:latin typeface="微软雅黑" panose="020B0503020204020204" charset="-122"/>
              <a:ea typeface="微软雅黑" panose="020B0503020204020204" charset="-122"/>
            </a:endParaRPr>
          </a:p>
        </p:txBody>
      </p:sp>
      <p:pic>
        <p:nvPicPr>
          <p:cNvPr id="2" name="图片 1"/>
          <p:cNvPicPr>
            <a:picLocks noChangeAspect="1"/>
          </p:cNvPicPr>
          <p:nvPr>
            <p:custDataLst>
              <p:tags r:id="rId1"/>
            </p:custDataLst>
          </p:nvPr>
        </p:nvPicPr>
        <p:blipFill>
          <a:blip r:embed="rId2"/>
          <a:stretch>
            <a:fillRect/>
          </a:stretch>
        </p:blipFill>
        <p:spPr>
          <a:xfrm>
            <a:off x="5231765" y="2853055"/>
            <a:ext cx="5621020" cy="2971165"/>
          </a:xfrm>
          <a:prstGeom prst="rect">
            <a:avLst/>
          </a:prstGeom>
        </p:spPr>
      </p:pic>
      <p:pic>
        <p:nvPicPr>
          <p:cNvPr id="6" name="图片 5"/>
          <p:cNvPicPr>
            <a:picLocks noChangeAspect="1"/>
          </p:cNvPicPr>
          <p:nvPr>
            <p:custDataLst>
              <p:tags r:id="rId3"/>
            </p:custDataLst>
          </p:nvPr>
        </p:nvPicPr>
        <p:blipFill>
          <a:blip r:embed="rId4"/>
          <a:stretch>
            <a:fillRect/>
          </a:stretch>
        </p:blipFill>
        <p:spPr>
          <a:xfrm>
            <a:off x="767715" y="3212465"/>
            <a:ext cx="3506470" cy="24415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37210" y="950595"/>
            <a:ext cx="10680065" cy="4140200"/>
          </a:xfrm>
          <a:prstGeom prst="rect">
            <a:avLst/>
          </a:prstGeom>
        </p:spPr>
        <p:txBody>
          <a:bodyPr wrap="square">
            <a:noAutofit/>
          </a:bodyPr>
          <a:lstStyle/>
          <a:p>
            <a:pPr fontAlgn="ctr">
              <a:lnSpc>
                <a:spcPct val="150000"/>
              </a:lnSpc>
              <a:spcBef>
                <a:spcPts val="600"/>
              </a:spcBef>
            </a:pPr>
            <a:endParaRPr lang="zh-CN" altLang="en-US" dirty="0">
              <a:latin typeface="微软雅黑" panose="020B0503020204020204" charset="-122"/>
              <a:ea typeface="微软雅黑" panose="020B0503020204020204" charset="-122"/>
            </a:endParaRPr>
          </a:p>
          <a:p>
            <a:pPr indent="0" fontAlgn="ctr">
              <a:lnSpc>
                <a:spcPct val="150000"/>
              </a:lnSpc>
              <a:spcBef>
                <a:spcPts val="600"/>
              </a:spcBef>
              <a:buFont typeface="Arial" panose="020B0604020202090204" pitchFamily="34" charset="0"/>
              <a:buNone/>
            </a:pPr>
            <a:endParaRPr lang="zh-CN" altLang="en-US" dirty="0">
              <a:latin typeface="微软雅黑" panose="020B0503020204020204" charset="-122"/>
              <a:ea typeface="微软雅黑" panose="020B0503020204020204" charset="-122"/>
            </a:endParaRPr>
          </a:p>
        </p:txBody>
      </p:sp>
      <p:sp>
        <p:nvSpPr>
          <p:cNvPr id="8" name="文本占位符 6"/>
          <p:cNvSpPr>
            <a:spLocks noGrp="1"/>
          </p:cNvSpPr>
          <p:nvPr>
            <p:ph type="body" sz="quarter" idx="10"/>
          </p:nvPr>
        </p:nvSpPr>
        <p:spPr>
          <a:xfrm>
            <a:off x="767408" y="188640"/>
            <a:ext cx="7112000" cy="416877"/>
          </a:xfrm>
        </p:spPr>
        <p:txBody>
          <a:bodyPr>
            <a:noAutofit/>
          </a:bodyPr>
          <a:lstStyle/>
          <a:p>
            <a:pPr fontAlgn="ctr">
              <a:spcBef>
                <a:spcPts val="600"/>
              </a:spcBef>
            </a:pPr>
            <a:r>
              <a:rPr sz="2000" b="1" dirty="0">
                <a:latin typeface="微软雅黑" panose="020B0503020204020204" charset="-122"/>
                <a:ea typeface="微软雅黑" panose="020B0503020204020204" charset="-122"/>
              </a:rPr>
              <a:t>普通群发支持分组发送</a:t>
            </a:r>
            <a:endParaRPr lang="en-US" altLang="zh-CN" sz="2000" b="1" dirty="0">
              <a:latin typeface="微软雅黑" panose="020B0503020204020204" charset="-122"/>
              <a:ea typeface="微软雅黑" panose="020B0503020204020204" charset="-122"/>
            </a:endParaRPr>
          </a:p>
          <a:p>
            <a:pPr fontAlgn="ctr">
              <a:spcBef>
                <a:spcPts val="600"/>
              </a:spcBef>
            </a:pPr>
            <a:endParaRPr lang="en-US" altLang="zh-CN" sz="2000" dirty="0">
              <a:latin typeface="微软雅黑" panose="020B0503020204020204" charset="-122"/>
              <a:ea typeface="微软雅黑" panose="020B0503020204020204" charset="-122"/>
            </a:endParaRPr>
          </a:p>
        </p:txBody>
      </p:sp>
      <p:sp>
        <p:nvSpPr>
          <p:cNvPr id="3" name="文本框 2"/>
          <p:cNvSpPr txBox="1"/>
          <p:nvPr/>
        </p:nvSpPr>
        <p:spPr>
          <a:xfrm>
            <a:off x="551180" y="908685"/>
            <a:ext cx="4445000" cy="2522855"/>
          </a:xfrm>
          <a:prstGeom prst="rect">
            <a:avLst/>
          </a:prstGeom>
          <a:noFill/>
        </p:spPr>
        <p:txBody>
          <a:bodyPr wrap="square" rtlCol="0">
            <a:noAutofit/>
          </a:bodyPr>
          <a:p>
            <a:r>
              <a:rPr lang="zh-CN" altLang="en-US"/>
              <a:t>难点：</a:t>
            </a:r>
            <a:r>
              <a:rPr lang="en-US" altLang="zh-CN"/>
              <a:t> </a:t>
            </a:r>
            <a:endParaRPr lang="en-US" altLang="zh-CN"/>
          </a:p>
          <a:p>
            <a:pPr marL="285750" indent="-285750" fontAlgn="auto">
              <a:spcBef>
                <a:spcPts val="600"/>
              </a:spcBef>
              <a:spcAft>
                <a:spcPts val="600"/>
              </a:spcAft>
              <a:buFont typeface="Arial" panose="020B0604020202090204" pitchFamily="34" charset="0"/>
              <a:buChar char="•"/>
            </a:pPr>
            <a:r>
              <a:rPr lang="zh-CN" altLang="en-US" sz="1600"/>
              <a:t>服务端如何以最小的改动改为并行逻辑</a:t>
            </a:r>
            <a:endParaRPr lang="zh-CN" altLang="en-US" sz="1600"/>
          </a:p>
          <a:p>
            <a:pPr marL="285750" indent="-285750" fontAlgn="auto">
              <a:spcBef>
                <a:spcPts val="600"/>
              </a:spcBef>
              <a:spcAft>
                <a:spcPts val="600"/>
              </a:spcAft>
              <a:buFont typeface="Arial" panose="020B0604020202090204" pitchFamily="34" charset="0"/>
              <a:buChar char="•"/>
            </a:pPr>
            <a:r>
              <a:rPr lang="zh-CN" altLang="en-US" sz="1600"/>
              <a:t>服务端不影响老版本的串行逻辑</a:t>
            </a:r>
            <a:endParaRPr lang="zh-CN" altLang="en-US" sz="1600"/>
          </a:p>
          <a:p>
            <a:pPr marL="285750" indent="-285750" fontAlgn="auto">
              <a:spcBef>
                <a:spcPts val="600"/>
              </a:spcBef>
              <a:spcAft>
                <a:spcPts val="600"/>
              </a:spcAft>
              <a:buFont typeface="Arial" panose="020B0604020202090204" pitchFamily="34" charset="0"/>
              <a:buChar char="•"/>
            </a:pPr>
            <a:r>
              <a:rPr lang="zh-CN" altLang="en-US" sz="1600"/>
              <a:t>客户端支持多组发送消息</a:t>
            </a:r>
            <a:endParaRPr lang="zh-CN" altLang="en-US" sz="1600"/>
          </a:p>
          <a:p>
            <a:pPr marL="285750" indent="-285750" fontAlgn="auto">
              <a:spcBef>
                <a:spcPts val="600"/>
              </a:spcBef>
              <a:spcAft>
                <a:spcPts val="600"/>
              </a:spcAft>
              <a:buFont typeface="Arial" panose="020B0604020202090204" pitchFamily="34" charset="0"/>
              <a:buChar char="•"/>
            </a:pPr>
            <a:r>
              <a:rPr lang="zh-CN" altLang="en-US" sz="1600"/>
              <a:t>客户端</a:t>
            </a:r>
            <a:r>
              <a:rPr lang="zh-CN" altLang="en-US" sz="1600"/>
              <a:t>企微任务的结果收集</a:t>
            </a:r>
            <a:endParaRPr lang="zh-CN" altLang="en-US" sz="1600"/>
          </a:p>
        </p:txBody>
      </p:sp>
      <p:sp>
        <p:nvSpPr>
          <p:cNvPr id="9" name="文本框 8"/>
          <p:cNvSpPr txBox="1"/>
          <p:nvPr/>
        </p:nvSpPr>
        <p:spPr>
          <a:xfrm>
            <a:off x="5520055" y="950595"/>
            <a:ext cx="6096000" cy="860425"/>
          </a:xfrm>
          <a:prstGeom prst="rect">
            <a:avLst/>
          </a:prstGeom>
          <a:noFill/>
        </p:spPr>
        <p:txBody>
          <a:bodyPr wrap="square" rtlCol="0" anchor="t">
            <a:spAutoFit/>
          </a:bodyPr>
          <a:p>
            <a:r>
              <a:rPr kumimoji="1" lang="zh-CN" altLang="en-US" dirty="0">
                <a:sym typeface="+mn-ea"/>
              </a:rPr>
              <a:t>成果</a:t>
            </a:r>
            <a:r>
              <a:rPr kumimoji="1" lang="en-US" altLang="zh-CN" dirty="0">
                <a:sym typeface="+mn-ea"/>
              </a:rPr>
              <a:t>:</a:t>
            </a:r>
            <a:endParaRPr kumimoji="1" lang="en-US" altLang="zh-CN" dirty="0">
              <a:sym typeface="+mn-ea"/>
            </a:endParaRPr>
          </a:p>
          <a:p>
            <a:pPr marL="285750" indent="-285750">
              <a:buFont typeface="Arial" panose="020B0604020202090204" pitchFamily="34" charset="0"/>
              <a:buChar char="•"/>
            </a:pPr>
            <a:r>
              <a:rPr kumimoji="1" lang="zh-CN" altLang="en-US" sz="1600" dirty="0">
                <a:sym typeface="+mn-ea"/>
              </a:rPr>
              <a:t>提高了</a:t>
            </a:r>
            <a:r>
              <a:rPr kumimoji="1" lang="zh-CN" altLang="en-US" sz="1600" dirty="0">
                <a:sym typeface="+mn-ea"/>
              </a:rPr>
              <a:t>单条发送</a:t>
            </a:r>
            <a:r>
              <a:rPr kumimoji="1" lang="zh-CN" altLang="en-US" sz="1600" dirty="0">
                <a:sym typeface="+mn-ea"/>
              </a:rPr>
              <a:t>速度</a:t>
            </a:r>
            <a:endParaRPr kumimoji="1" lang="zh-CN" altLang="en-US" sz="1600" dirty="0">
              <a:sym typeface="+mn-ea"/>
            </a:endParaRPr>
          </a:p>
          <a:p>
            <a:pPr marL="285750" indent="-285750">
              <a:buFont typeface="Arial" panose="020B0604020202090204" pitchFamily="34" charset="0"/>
              <a:buChar char="•"/>
            </a:pPr>
            <a:r>
              <a:rPr kumimoji="1" lang="zh-CN" altLang="en-US" sz="1600" dirty="0">
                <a:sym typeface="+mn-ea"/>
              </a:rPr>
              <a:t>提升</a:t>
            </a:r>
            <a:r>
              <a:rPr kumimoji="1" lang="zh-CN" altLang="en-US" sz="1600" dirty="0">
                <a:sym typeface="+mn-ea"/>
              </a:rPr>
              <a:t>了微信助手处理速度</a:t>
            </a:r>
            <a:endParaRPr kumimoji="1" lang="zh-CN" altLang="en-US" sz="1600" dirty="0">
              <a:sym typeface="+mn-ea"/>
            </a:endParaRPr>
          </a:p>
        </p:txBody>
      </p:sp>
      <p:pic>
        <p:nvPicPr>
          <p:cNvPr id="12" name="图片 11" descr="zhu"/>
          <p:cNvPicPr>
            <a:picLocks noChangeAspect="1"/>
          </p:cNvPicPr>
          <p:nvPr/>
        </p:nvPicPr>
        <p:blipFill>
          <a:blip r:embed="rId1"/>
          <a:stretch>
            <a:fillRect/>
          </a:stretch>
        </p:blipFill>
        <p:spPr>
          <a:xfrm>
            <a:off x="4274185" y="1971675"/>
            <a:ext cx="5585460" cy="41897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37210" y="950595"/>
            <a:ext cx="10680065" cy="4140200"/>
          </a:xfrm>
          <a:prstGeom prst="rect">
            <a:avLst/>
          </a:prstGeom>
        </p:spPr>
        <p:txBody>
          <a:bodyPr wrap="square">
            <a:noAutofit/>
          </a:bodyPr>
          <a:lstStyle/>
          <a:p>
            <a:pPr fontAlgn="ctr">
              <a:lnSpc>
                <a:spcPct val="150000"/>
              </a:lnSpc>
              <a:spcBef>
                <a:spcPts val="600"/>
              </a:spcBef>
            </a:pPr>
            <a:endParaRPr lang="zh-CN" altLang="en-US" dirty="0">
              <a:latin typeface="微软雅黑" panose="020B0503020204020204" charset="-122"/>
              <a:ea typeface="微软雅黑" panose="020B0503020204020204" charset="-122"/>
            </a:endParaRPr>
          </a:p>
          <a:p>
            <a:pPr indent="0" fontAlgn="ctr">
              <a:lnSpc>
                <a:spcPct val="150000"/>
              </a:lnSpc>
              <a:spcBef>
                <a:spcPts val="600"/>
              </a:spcBef>
              <a:buFont typeface="Arial" panose="020B0604020202090204" pitchFamily="34" charset="0"/>
              <a:buNone/>
            </a:pPr>
            <a:endParaRPr lang="zh-CN" altLang="en-US" dirty="0">
              <a:latin typeface="微软雅黑" panose="020B0503020204020204" charset="-122"/>
              <a:ea typeface="微软雅黑" panose="020B0503020204020204" charset="-122"/>
            </a:endParaRPr>
          </a:p>
        </p:txBody>
      </p:sp>
      <p:sp>
        <p:nvSpPr>
          <p:cNvPr id="8" name="文本占位符 6"/>
          <p:cNvSpPr>
            <a:spLocks noGrp="1"/>
          </p:cNvSpPr>
          <p:nvPr>
            <p:ph type="body" sz="quarter" idx="10"/>
          </p:nvPr>
        </p:nvSpPr>
        <p:spPr>
          <a:xfrm>
            <a:off x="767408" y="188640"/>
            <a:ext cx="7112000" cy="416877"/>
          </a:xfrm>
        </p:spPr>
        <p:txBody>
          <a:bodyPr>
            <a:noAutofit/>
          </a:bodyPr>
          <a:lstStyle/>
          <a:p>
            <a:pPr marL="0" lvl="1" indent="0" fontAlgn="ctr">
              <a:spcBef>
                <a:spcPts val="600"/>
              </a:spcBef>
              <a:buNone/>
            </a:pPr>
            <a:r>
              <a:rPr b="1" dirty="0">
                <a:solidFill>
                  <a:schemeClr val="tx1"/>
                </a:solidFill>
                <a:latin typeface="微软雅黑" panose="020B0503020204020204" charset="-122"/>
                <a:ea typeface="微软雅黑" panose="020B0503020204020204" charset="-122"/>
                <a:sym typeface="+mn-ea"/>
              </a:rPr>
              <a:t>好友方案按渠道和班级分流</a:t>
            </a:r>
            <a:endParaRPr b="1" dirty="0">
              <a:latin typeface="微软雅黑" panose="020B0503020204020204" charset="-122"/>
              <a:ea typeface="微软雅黑" panose="020B0503020204020204" charset="-122"/>
              <a:sym typeface="+mn-ea"/>
            </a:endParaRPr>
          </a:p>
          <a:p>
            <a:pPr fontAlgn="ctr">
              <a:spcBef>
                <a:spcPts val="600"/>
              </a:spcBef>
            </a:pPr>
            <a:endParaRPr lang="en-US" altLang="zh-CN" sz="2000" b="1" dirty="0">
              <a:latin typeface="微软雅黑" panose="020B0503020204020204" charset="-122"/>
              <a:ea typeface="微软雅黑" panose="020B0503020204020204" charset="-122"/>
            </a:endParaRPr>
          </a:p>
          <a:p>
            <a:pPr fontAlgn="ctr">
              <a:spcBef>
                <a:spcPts val="600"/>
              </a:spcBef>
            </a:pPr>
            <a:endParaRPr lang="en-US" altLang="zh-CN" sz="2000" dirty="0">
              <a:latin typeface="微软雅黑" panose="020B0503020204020204" charset="-122"/>
              <a:ea typeface="微软雅黑" panose="020B0503020204020204" charset="-122"/>
            </a:endParaRPr>
          </a:p>
        </p:txBody>
      </p:sp>
      <p:sp>
        <p:nvSpPr>
          <p:cNvPr id="3" name="文本框 2"/>
          <p:cNvSpPr txBox="1"/>
          <p:nvPr/>
        </p:nvSpPr>
        <p:spPr>
          <a:xfrm>
            <a:off x="551180" y="908685"/>
            <a:ext cx="10113645" cy="2522855"/>
          </a:xfrm>
          <a:prstGeom prst="rect">
            <a:avLst/>
          </a:prstGeom>
          <a:noFill/>
        </p:spPr>
        <p:txBody>
          <a:bodyPr wrap="square" rtlCol="0">
            <a:noAutofit/>
          </a:bodyPr>
          <a:p>
            <a:pPr fontAlgn="ctr">
              <a:lnSpc>
                <a:spcPct val="150000"/>
              </a:lnSpc>
              <a:spcBef>
                <a:spcPts val="600"/>
              </a:spcBef>
            </a:pPr>
            <a:r>
              <a:rPr lang="zh-CN" altLang="en-US" sz="1600" b="1" dirty="0">
                <a:latin typeface="微软雅黑" panose="020B0503020204020204" charset="-122"/>
                <a:ea typeface="微软雅黑" panose="020B0503020204020204" charset="-122"/>
                <a:sym typeface="+mn-ea"/>
              </a:rPr>
              <a:t>现状：目前好友回复功能无法根据特定渠道和特定期或班级进行区分，后续推进流程不够清晰。</a:t>
            </a:r>
            <a:endParaRPr lang="zh-CN" altLang="en-US" sz="1600" b="1" dirty="0">
              <a:latin typeface="微软雅黑" panose="020B0503020204020204" charset="-122"/>
              <a:ea typeface="微软雅黑" panose="020B0503020204020204" charset="-122"/>
              <a:sym typeface="+mn-ea"/>
            </a:endParaRPr>
          </a:p>
          <a:p>
            <a:pPr fontAlgn="ctr">
              <a:lnSpc>
                <a:spcPct val="150000"/>
              </a:lnSpc>
              <a:spcBef>
                <a:spcPts val="600"/>
              </a:spcBef>
            </a:pPr>
            <a:endParaRPr lang="en-US" altLang="zh-CN" sz="1600" dirty="0">
              <a:latin typeface="微软雅黑" charset="0"/>
              <a:ea typeface="微软雅黑" charset="0"/>
              <a:cs typeface="微软雅黑" charset="0"/>
            </a:endParaRPr>
          </a:p>
          <a:p>
            <a:pPr indent="0" fontAlgn="ctr">
              <a:lnSpc>
                <a:spcPct val="150000"/>
              </a:lnSpc>
              <a:spcBef>
                <a:spcPts val="600"/>
              </a:spcBef>
              <a:buFont typeface="Arial" panose="020B0604020202090204" pitchFamily="34" charset="0"/>
              <a:buNone/>
            </a:pPr>
            <a:r>
              <a:rPr lang="zh-CN" altLang="en-US" sz="1600" b="1" dirty="0">
                <a:latin typeface="微软雅黑" panose="020B0503020204020204" charset="-122"/>
                <a:ea typeface="微软雅黑" panose="020B0503020204020204" charset="-122"/>
                <a:sym typeface="+mn-ea"/>
              </a:rPr>
              <a:t>目标：提高筛选效率，使得二讲老师能更有针对性对不同类型的学员进行回复，有助于后续流程对用户进行</a:t>
            </a:r>
            <a:r>
              <a:rPr lang="zh-CN" altLang="en-US" sz="1600" b="1" dirty="0">
                <a:latin typeface="微软雅黑" panose="020B0503020204020204" charset="-122"/>
                <a:ea typeface="微软雅黑" panose="020B0503020204020204" charset="-122"/>
                <a:sym typeface="+mn-ea"/>
              </a:rPr>
              <a:t>筛选。</a:t>
            </a:r>
            <a:endParaRPr lang="zh-CN" altLang="en-US" sz="1600" b="1" dirty="0">
              <a:latin typeface="微软雅黑" panose="020B0503020204020204" charset="-122"/>
              <a:ea typeface="微软雅黑" panose="020B0503020204020204" charset="-122"/>
              <a:sym typeface="+mn-ea"/>
            </a:endParaRPr>
          </a:p>
          <a:p>
            <a:pPr indent="0" fontAlgn="ctr">
              <a:lnSpc>
                <a:spcPct val="150000"/>
              </a:lnSpc>
              <a:spcBef>
                <a:spcPts val="600"/>
              </a:spcBef>
              <a:buFont typeface="Arial" panose="020B0604020202090204" pitchFamily="34" charset="0"/>
              <a:buNone/>
            </a:pPr>
            <a:endParaRPr lang="zh-CN" altLang="en-US" sz="1600" b="1" dirty="0">
              <a:latin typeface="微软雅黑" panose="020B0503020204020204" charset="-122"/>
              <a:ea typeface="微软雅黑" panose="020B0503020204020204" charset="-122"/>
              <a:sym typeface="+mn-ea"/>
            </a:endParaRPr>
          </a:p>
          <a:p>
            <a:pPr indent="0" fontAlgn="ctr">
              <a:lnSpc>
                <a:spcPct val="150000"/>
              </a:lnSpc>
              <a:spcBef>
                <a:spcPts val="600"/>
              </a:spcBef>
              <a:buFont typeface="Arial" panose="020B0604020202090204" pitchFamily="34" charset="0"/>
              <a:buNone/>
            </a:pPr>
            <a:r>
              <a:rPr lang="zh-CN" altLang="en-US" sz="1600" b="1" dirty="0">
                <a:latin typeface="微软雅黑" panose="020B0503020204020204" charset="-122"/>
                <a:ea typeface="微软雅黑" panose="020B0503020204020204" charset="-122"/>
                <a:sym typeface="+mn-ea"/>
              </a:rPr>
              <a:t>难点：微信助手的上报快于企微官方上报，并且企微官方上报也不是</a:t>
            </a:r>
            <a:r>
              <a:rPr lang="en-US" altLang="zh-CN" sz="1600" b="1" dirty="0">
                <a:latin typeface="微软雅黑" panose="020B0503020204020204" charset="-122"/>
                <a:ea typeface="微软雅黑" panose="020B0503020204020204" charset="-122"/>
                <a:sym typeface="+mn-ea"/>
              </a:rPr>
              <a:t>100%</a:t>
            </a:r>
            <a:r>
              <a:rPr lang="zh-CN" altLang="en-US" sz="1600" b="1" dirty="0">
                <a:latin typeface="微软雅黑" panose="020B0503020204020204" charset="-122"/>
                <a:ea typeface="微软雅黑" panose="020B0503020204020204" charset="-122"/>
                <a:sym typeface="+mn-ea"/>
              </a:rPr>
              <a:t>。</a:t>
            </a:r>
            <a:endParaRPr lang="zh-CN" altLang="en-US" sz="1600" b="1" dirty="0">
              <a:latin typeface="微软雅黑" panose="020B0503020204020204" charset="-122"/>
              <a:ea typeface="微软雅黑" panose="020B0503020204020204" charset="-122"/>
              <a:sym typeface="+mn-ea"/>
            </a:endParaRPr>
          </a:p>
        </p:txBody>
      </p:sp>
      <p:pic>
        <p:nvPicPr>
          <p:cNvPr id="2" name="图片 1"/>
          <p:cNvPicPr>
            <a:picLocks noChangeAspect="1"/>
          </p:cNvPicPr>
          <p:nvPr>
            <p:custDataLst>
              <p:tags r:id="rId1"/>
            </p:custDataLst>
          </p:nvPr>
        </p:nvPicPr>
        <p:blipFill>
          <a:blip r:embed="rId2"/>
          <a:stretch>
            <a:fillRect/>
          </a:stretch>
        </p:blipFill>
        <p:spPr>
          <a:xfrm>
            <a:off x="0" y="3501390"/>
            <a:ext cx="12192000" cy="24231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37210" y="950595"/>
            <a:ext cx="10680065" cy="4140200"/>
          </a:xfrm>
          <a:prstGeom prst="rect">
            <a:avLst/>
          </a:prstGeom>
        </p:spPr>
        <p:txBody>
          <a:bodyPr wrap="square">
            <a:noAutofit/>
          </a:bodyPr>
          <a:lstStyle/>
          <a:p>
            <a:pPr fontAlgn="ctr">
              <a:lnSpc>
                <a:spcPct val="150000"/>
              </a:lnSpc>
              <a:spcBef>
                <a:spcPts val="600"/>
              </a:spcBef>
            </a:pPr>
            <a:endParaRPr lang="zh-CN" altLang="en-US" dirty="0">
              <a:latin typeface="微软雅黑" panose="020B0503020204020204" charset="-122"/>
              <a:ea typeface="微软雅黑" panose="020B0503020204020204" charset="-122"/>
            </a:endParaRPr>
          </a:p>
          <a:p>
            <a:pPr indent="0" fontAlgn="ctr">
              <a:lnSpc>
                <a:spcPct val="150000"/>
              </a:lnSpc>
              <a:spcBef>
                <a:spcPts val="600"/>
              </a:spcBef>
              <a:buFont typeface="Arial" panose="020B0604020202090204" pitchFamily="34" charset="0"/>
              <a:buNone/>
            </a:pPr>
            <a:endParaRPr lang="zh-CN" altLang="en-US" dirty="0">
              <a:latin typeface="微软雅黑" panose="020B0503020204020204" charset="-122"/>
              <a:ea typeface="微软雅黑" panose="020B0503020204020204" charset="-122"/>
            </a:endParaRPr>
          </a:p>
        </p:txBody>
      </p:sp>
      <p:sp>
        <p:nvSpPr>
          <p:cNvPr id="8" name="文本占位符 6"/>
          <p:cNvSpPr>
            <a:spLocks noGrp="1"/>
          </p:cNvSpPr>
          <p:nvPr>
            <p:ph type="body" sz="quarter" idx="10"/>
          </p:nvPr>
        </p:nvSpPr>
        <p:spPr>
          <a:xfrm>
            <a:off x="767408" y="188640"/>
            <a:ext cx="7112000" cy="416877"/>
          </a:xfrm>
        </p:spPr>
        <p:txBody>
          <a:bodyPr>
            <a:noAutofit/>
          </a:bodyPr>
          <a:lstStyle/>
          <a:p>
            <a:pPr marL="0" lvl="1" indent="0" fontAlgn="ctr">
              <a:spcBef>
                <a:spcPts val="600"/>
              </a:spcBef>
              <a:buNone/>
            </a:pPr>
            <a:r>
              <a:rPr lang="zh-CN" altLang="en-US" b="1">
                <a:solidFill>
                  <a:schemeClr val="tx1"/>
                </a:solidFill>
                <a:latin typeface="Arial Bold" panose="020B0604020202090204" charset="0"/>
                <a:cs typeface="Arial Bold" panose="020B0604020202090204" charset="0"/>
                <a:sym typeface="+mn-ea"/>
              </a:rPr>
              <a:t>支持</a:t>
            </a:r>
            <a:r>
              <a:rPr lang="en-US" altLang="zh-CN" b="1">
                <a:solidFill>
                  <a:schemeClr val="tx1"/>
                </a:solidFill>
                <a:latin typeface="Arial Bold" panose="020B0604020202090204" charset="0"/>
                <a:cs typeface="Arial Bold" panose="020B0604020202090204" charset="0"/>
                <a:sym typeface="+mn-ea"/>
              </a:rPr>
              <a:t>crm</a:t>
            </a:r>
            <a:r>
              <a:rPr lang="zh-CN" altLang="en-US" b="1">
                <a:solidFill>
                  <a:schemeClr val="tx1"/>
                </a:solidFill>
                <a:latin typeface="Arial Bold" panose="020B0604020202090204" charset="0"/>
                <a:cs typeface="Arial Bold" panose="020B0604020202090204" charset="0"/>
                <a:sym typeface="+mn-ea"/>
              </a:rPr>
              <a:t>网页跳端至微信助手</a:t>
            </a:r>
            <a:r>
              <a:rPr lang="en-US" altLang="zh-CN" b="1">
                <a:solidFill>
                  <a:schemeClr val="tx1"/>
                </a:solidFill>
                <a:latin typeface="Arial Bold" panose="020B0604020202090204" charset="0"/>
                <a:cs typeface="Arial Bold" panose="020B0604020202090204" charset="0"/>
                <a:sym typeface="+mn-ea"/>
              </a:rPr>
              <a:t>crm</a:t>
            </a:r>
            <a:r>
              <a:rPr lang="zh-CN" altLang="en-US" b="1">
                <a:solidFill>
                  <a:schemeClr val="tx1"/>
                </a:solidFill>
                <a:latin typeface="Arial Bold" panose="020B0604020202090204" charset="0"/>
                <a:cs typeface="Arial Bold" panose="020B0604020202090204" charset="0"/>
                <a:sym typeface="+mn-ea"/>
              </a:rPr>
              <a:t>和微信助手模版互通</a:t>
            </a:r>
            <a:endParaRPr b="1" dirty="0">
              <a:solidFill>
                <a:schemeClr val="tx1"/>
              </a:solidFill>
              <a:latin typeface="微软雅黑" panose="020B0503020204020204" charset="-122"/>
              <a:ea typeface="微软雅黑" panose="020B0503020204020204" charset="-122"/>
              <a:sym typeface="+mn-ea"/>
            </a:endParaRPr>
          </a:p>
          <a:p>
            <a:pPr fontAlgn="ctr">
              <a:spcBef>
                <a:spcPts val="600"/>
              </a:spcBef>
            </a:pPr>
            <a:endParaRPr lang="en-US" altLang="zh-CN" sz="2000" b="1" dirty="0">
              <a:solidFill>
                <a:schemeClr val="tx1"/>
              </a:solidFill>
              <a:latin typeface="微软雅黑" panose="020B0503020204020204" charset="-122"/>
              <a:ea typeface="微软雅黑" panose="020B0503020204020204" charset="-122"/>
            </a:endParaRPr>
          </a:p>
          <a:p>
            <a:pPr fontAlgn="ctr">
              <a:spcBef>
                <a:spcPts val="600"/>
              </a:spcBef>
            </a:pPr>
            <a:endParaRPr lang="en-US" altLang="zh-CN" sz="2000" b="1" dirty="0">
              <a:solidFill>
                <a:schemeClr val="tx1"/>
              </a:solidFill>
              <a:latin typeface="微软雅黑" panose="020B0503020204020204" charset="-122"/>
              <a:ea typeface="微软雅黑" panose="020B0503020204020204" charset="-122"/>
            </a:endParaRPr>
          </a:p>
        </p:txBody>
      </p:sp>
      <p:sp>
        <p:nvSpPr>
          <p:cNvPr id="3" name="文本框 2"/>
          <p:cNvSpPr txBox="1"/>
          <p:nvPr/>
        </p:nvSpPr>
        <p:spPr>
          <a:xfrm>
            <a:off x="551180" y="908685"/>
            <a:ext cx="10113645" cy="2522855"/>
          </a:xfrm>
          <a:prstGeom prst="rect">
            <a:avLst/>
          </a:prstGeom>
          <a:noFill/>
        </p:spPr>
        <p:txBody>
          <a:bodyPr wrap="square" rtlCol="0">
            <a:noAutofit/>
          </a:bodyPr>
          <a:p>
            <a:pPr algn="l" fontAlgn="ctr">
              <a:lnSpc>
                <a:spcPct val="150000"/>
              </a:lnSpc>
              <a:spcBef>
                <a:spcPts val="600"/>
              </a:spcBef>
              <a:buClrTx/>
              <a:buSzTx/>
              <a:buFontTx/>
            </a:pPr>
            <a:r>
              <a:rPr lang="zh-CN" altLang="en-US" sz="1600" b="1" dirty="0">
                <a:latin typeface="微软雅黑" panose="020B0503020204020204" charset="-122"/>
                <a:ea typeface="微软雅黑" panose="020B0503020204020204" charset="-122"/>
                <a:sym typeface="+mn-ea"/>
              </a:rPr>
              <a:t>现状：</a:t>
            </a:r>
            <a:r>
              <a:rPr lang="en-US" altLang="zh-CN" sz="1600" b="1" dirty="0">
                <a:latin typeface="微软雅黑" panose="020B0503020204020204" charset="-122"/>
                <a:ea typeface="微软雅黑" panose="020B0503020204020204" charset="-122"/>
                <a:sym typeface="+mn-ea"/>
              </a:rPr>
              <a:t>crm</a:t>
            </a:r>
            <a:r>
              <a:rPr lang="zh-CN" altLang="en-US" sz="1600" b="1" dirty="0">
                <a:latin typeface="微软雅黑" panose="020B0503020204020204" charset="-122"/>
                <a:ea typeface="微软雅黑" panose="020B0503020204020204" charset="-122"/>
                <a:sym typeface="+mn-ea"/>
              </a:rPr>
              <a:t>网页端功能少于微信助手，</a:t>
            </a:r>
            <a:r>
              <a:rPr lang="zh-CN" altLang="en-US" sz="1600" b="1" dirty="0">
                <a:latin typeface="微软雅黑" panose="020B0503020204020204" charset="-122"/>
                <a:ea typeface="微软雅黑" panose="020B0503020204020204" charset="-122"/>
                <a:sym typeface="+mn-ea"/>
              </a:rPr>
              <a:t>无法使用视频号等客户端的功能。</a:t>
            </a:r>
            <a:r>
              <a:rPr lang="en-US" altLang="zh-CN" sz="1600" dirty="0">
                <a:sym typeface="+mn-ea"/>
              </a:rPr>
              <a:t>对于语音等内容，</a:t>
            </a:r>
            <a:r>
              <a:rPr lang="zh-CN" altLang="en-US" sz="1600" dirty="0">
                <a:sym typeface="+mn-ea"/>
              </a:rPr>
              <a:t>由于微信助手缺乏模板功能，语音材料</a:t>
            </a:r>
            <a:r>
              <a:rPr lang="en-US" altLang="zh-CN" sz="1600" dirty="0">
                <a:sym typeface="+mn-ea"/>
              </a:rPr>
              <a:t>需要提前准备好，</a:t>
            </a:r>
            <a:r>
              <a:rPr lang="zh-CN" altLang="en-US" sz="1600" dirty="0">
                <a:sym typeface="+mn-ea"/>
              </a:rPr>
              <a:t>由于</a:t>
            </a:r>
            <a:r>
              <a:rPr lang="en-US" altLang="zh-CN" sz="1600" dirty="0">
                <a:sym typeface="+mn-ea"/>
              </a:rPr>
              <a:t>在正式上课期间，</a:t>
            </a:r>
            <a:r>
              <a:rPr lang="zh-CN" altLang="en-US" sz="1600" dirty="0">
                <a:sym typeface="+mn-ea"/>
              </a:rPr>
              <a:t>语音</a:t>
            </a:r>
            <a:r>
              <a:rPr lang="en-US" altLang="zh-CN" sz="1600" dirty="0">
                <a:sym typeface="+mn-ea"/>
              </a:rPr>
              <a:t>录制对环境要求较高，花费时间较久</a:t>
            </a:r>
            <a:r>
              <a:rPr lang="zh-CN" altLang="en-US" sz="1600" dirty="0">
                <a:sym typeface="+mn-ea"/>
              </a:rPr>
              <a:t>。</a:t>
            </a:r>
            <a:endParaRPr lang="en-US" altLang="zh-CN" sz="1600" dirty="0">
              <a:latin typeface="微软雅黑" charset="0"/>
              <a:ea typeface="微软雅黑" charset="0"/>
              <a:cs typeface="微软雅黑" charset="0"/>
            </a:endParaRPr>
          </a:p>
          <a:p>
            <a:pPr indent="0" fontAlgn="ctr">
              <a:lnSpc>
                <a:spcPct val="150000"/>
              </a:lnSpc>
              <a:spcBef>
                <a:spcPts val="600"/>
              </a:spcBef>
              <a:buFont typeface="Arial" panose="020B0604020202090204" pitchFamily="34" charset="0"/>
              <a:buNone/>
            </a:pPr>
            <a:r>
              <a:rPr lang="zh-CN" altLang="en-US" sz="1600" b="1" dirty="0">
                <a:latin typeface="微软雅黑" panose="020B0503020204020204" charset="-122"/>
                <a:ea typeface="微软雅黑" panose="020B0503020204020204" charset="-122"/>
                <a:sym typeface="+mn-ea"/>
              </a:rPr>
              <a:t>目标：简化用户操作流程，提高</a:t>
            </a:r>
            <a:r>
              <a:rPr lang="zh-CN" altLang="en-US" sz="1600" b="1" dirty="0">
                <a:latin typeface="微软雅黑" panose="020B0503020204020204" charset="-122"/>
                <a:ea typeface="微软雅黑" panose="020B0503020204020204" charset="-122"/>
                <a:sym typeface="+mn-ea"/>
              </a:rPr>
              <a:t>效率。</a:t>
            </a:r>
            <a:endParaRPr lang="zh-CN" altLang="en-US" sz="1600" b="1" dirty="0">
              <a:latin typeface="微软雅黑" panose="020B0503020204020204" charset="-122"/>
              <a:ea typeface="微软雅黑" panose="020B0503020204020204" charset="-122"/>
              <a:sym typeface="+mn-ea"/>
            </a:endParaRPr>
          </a:p>
          <a:p>
            <a:pPr indent="0" fontAlgn="ctr">
              <a:lnSpc>
                <a:spcPct val="150000"/>
              </a:lnSpc>
              <a:spcBef>
                <a:spcPts val="600"/>
              </a:spcBef>
              <a:buFont typeface="Arial" panose="020B0604020202090204" pitchFamily="34" charset="0"/>
              <a:buNone/>
            </a:pPr>
            <a:r>
              <a:rPr lang="zh-CN" altLang="en-US" sz="1600" b="1" dirty="0">
                <a:latin typeface="微软雅黑" panose="020B0503020204020204" charset="-122"/>
                <a:ea typeface="微软雅黑" panose="020B0503020204020204" charset="-122"/>
                <a:sym typeface="+mn-ea"/>
              </a:rPr>
              <a:t>难点：</a:t>
            </a:r>
            <a:r>
              <a:rPr lang="en-US" altLang="zh-CN" sz="1600" b="1" dirty="0">
                <a:latin typeface="微软雅黑" panose="020B0503020204020204" charset="-122"/>
                <a:ea typeface="微软雅黑" panose="020B0503020204020204" charset="-122"/>
                <a:sym typeface="+mn-ea"/>
              </a:rPr>
              <a:t>crm</a:t>
            </a:r>
            <a:r>
              <a:rPr lang="zh-CN" altLang="en-US" sz="1600" b="1" dirty="0">
                <a:latin typeface="微软雅黑" panose="020B0503020204020204" charset="-122"/>
                <a:ea typeface="微软雅黑" panose="020B0503020204020204" charset="-122"/>
                <a:sym typeface="+mn-ea"/>
              </a:rPr>
              <a:t>模板类型和微信助手类型不一致的问题，</a:t>
            </a:r>
            <a:r>
              <a:rPr lang="en-US" altLang="zh-CN" sz="1600" b="1" dirty="0">
                <a:latin typeface="微软雅黑" panose="020B0503020204020204" charset="-122"/>
                <a:ea typeface="微软雅黑" panose="020B0503020204020204" charset="-122"/>
                <a:sym typeface="+mn-ea"/>
              </a:rPr>
              <a:t>crm</a:t>
            </a:r>
            <a:r>
              <a:rPr lang="zh-CN" altLang="en-US" sz="1600" b="1" dirty="0">
                <a:latin typeface="微软雅黑" panose="020B0503020204020204" charset="-122"/>
                <a:ea typeface="微软雅黑" panose="020B0503020204020204" charset="-122"/>
                <a:sym typeface="+mn-ea"/>
              </a:rPr>
              <a:t>网页端是选择多号发送，目前微信助手是单号发送的</a:t>
            </a:r>
            <a:r>
              <a:rPr lang="zh-CN" altLang="en-US" sz="1600" b="1" dirty="0">
                <a:latin typeface="微软雅黑" panose="020B0503020204020204" charset="-122"/>
                <a:ea typeface="微软雅黑" panose="020B0503020204020204" charset="-122"/>
                <a:sym typeface="+mn-ea"/>
              </a:rPr>
              <a:t>逻辑。</a:t>
            </a:r>
            <a:endParaRPr lang="zh-CN" altLang="en-US" sz="1600" b="1" dirty="0">
              <a:latin typeface="微软雅黑" panose="020B0503020204020204" charset="-122"/>
              <a:ea typeface="微软雅黑" panose="020B0503020204020204" charset="-122"/>
              <a:sym typeface="+mn-ea"/>
            </a:endParaRPr>
          </a:p>
        </p:txBody>
      </p:sp>
      <p:pic>
        <p:nvPicPr>
          <p:cNvPr id="6" name="图片 5" descr="Pasted image 20231219021505"/>
          <p:cNvPicPr>
            <a:picLocks noChangeAspect="1"/>
          </p:cNvPicPr>
          <p:nvPr/>
        </p:nvPicPr>
        <p:blipFill>
          <a:blip r:embed="rId1"/>
          <a:stretch>
            <a:fillRect/>
          </a:stretch>
        </p:blipFill>
        <p:spPr>
          <a:xfrm>
            <a:off x="479425" y="3933190"/>
            <a:ext cx="11550650" cy="1489075"/>
          </a:xfrm>
          <a:prstGeom prst="rect">
            <a:avLst/>
          </a:prstGeom>
        </p:spPr>
      </p:pic>
      <p:sp>
        <p:nvSpPr>
          <p:cNvPr id="7" name="文本框 6"/>
          <p:cNvSpPr txBox="1"/>
          <p:nvPr/>
        </p:nvSpPr>
        <p:spPr>
          <a:xfrm>
            <a:off x="400050" y="3396615"/>
            <a:ext cx="4064000" cy="368300"/>
          </a:xfrm>
          <a:prstGeom prst="rect">
            <a:avLst/>
          </a:prstGeom>
          <a:noFill/>
        </p:spPr>
        <p:txBody>
          <a:bodyPr wrap="square" rtlCol="0">
            <a:spAutoFit/>
          </a:bodyPr>
          <a:p>
            <a:r>
              <a:rPr lang="zh-CN" altLang="en-US"/>
              <a:t>跳端：</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37210" y="950595"/>
            <a:ext cx="10680065" cy="4140200"/>
          </a:xfrm>
          <a:prstGeom prst="rect">
            <a:avLst/>
          </a:prstGeom>
        </p:spPr>
        <p:txBody>
          <a:bodyPr wrap="square">
            <a:noAutofit/>
          </a:bodyPr>
          <a:lstStyle/>
          <a:p>
            <a:pPr fontAlgn="ctr">
              <a:lnSpc>
                <a:spcPct val="150000"/>
              </a:lnSpc>
              <a:spcBef>
                <a:spcPts val="600"/>
              </a:spcBef>
            </a:pPr>
            <a:endParaRPr lang="zh-CN" altLang="en-US" dirty="0">
              <a:latin typeface="微软雅黑" panose="020B0503020204020204" charset="-122"/>
              <a:ea typeface="微软雅黑" panose="020B0503020204020204" charset="-122"/>
            </a:endParaRPr>
          </a:p>
          <a:p>
            <a:pPr indent="0" fontAlgn="ctr">
              <a:lnSpc>
                <a:spcPct val="150000"/>
              </a:lnSpc>
              <a:spcBef>
                <a:spcPts val="600"/>
              </a:spcBef>
              <a:buFont typeface="Arial" panose="020B0604020202090204" pitchFamily="34" charset="0"/>
              <a:buNone/>
            </a:pPr>
            <a:endParaRPr lang="zh-CN" altLang="en-US" dirty="0">
              <a:latin typeface="微软雅黑" panose="020B0503020204020204" charset="-122"/>
              <a:ea typeface="微软雅黑" panose="020B0503020204020204" charset="-122"/>
            </a:endParaRPr>
          </a:p>
        </p:txBody>
      </p:sp>
      <p:sp>
        <p:nvSpPr>
          <p:cNvPr id="8" name="文本占位符 6"/>
          <p:cNvSpPr>
            <a:spLocks noGrp="1"/>
          </p:cNvSpPr>
          <p:nvPr>
            <p:ph type="body" sz="quarter" idx="10"/>
          </p:nvPr>
        </p:nvSpPr>
        <p:spPr>
          <a:xfrm>
            <a:off x="767408" y="188640"/>
            <a:ext cx="7112000" cy="416877"/>
          </a:xfrm>
        </p:spPr>
        <p:txBody>
          <a:bodyPr>
            <a:noAutofit/>
          </a:bodyPr>
          <a:lstStyle/>
          <a:p>
            <a:pPr marL="0" lvl="1" indent="0" fontAlgn="ctr">
              <a:spcBef>
                <a:spcPts val="600"/>
              </a:spcBef>
              <a:buNone/>
            </a:pPr>
            <a:r>
              <a:rPr lang="zh-CN" altLang="en-US" b="1">
                <a:solidFill>
                  <a:schemeClr val="tx1"/>
                </a:solidFill>
                <a:latin typeface="Arial Bold" panose="020B0604020202090204" charset="0"/>
                <a:cs typeface="Arial Bold" panose="020B0604020202090204" charset="0"/>
                <a:sym typeface="+mn-ea"/>
              </a:rPr>
              <a:t>支持</a:t>
            </a:r>
            <a:r>
              <a:rPr lang="en-US" altLang="zh-CN" b="1">
                <a:solidFill>
                  <a:schemeClr val="tx1"/>
                </a:solidFill>
                <a:latin typeface="Arial Bold" panose="020B0604020202090204" charset="0"/>
                <a:cs typeface="Arial Bold" panose="020B0604020202090204" charset="0"/>
                <a:sym typeface="+mn-ea"/>
              </a:rPr>
              <a:t>crm</a:t>
            </a:r>
            <a:r>
              <a:rPr lang="zh-CN" altLang="en-US" b="1">
                <a:solidFill>
                  <a:schemeClr val="tx1"/>
                </a:solidFill>
                <a:latin typeface="Arial Bold" panose="020B0604020202090204" charset="0"/>
                <a:cs typeface="Arial Bold" panose="020B0604020202090204" charset="0"/>
                <a:sym typeface="+mn-ea"/>
              </a:rPr>
              <a:t>网页跳端至微信助手</a:t>
            </a:r>
            <a:r>
              <a:rPr lang="en-US" altLang="zh-CN" b="1">
                <a:solidFill>
                  <a:schemeClr val="tx1"/>
                </a:solidFill>
                <a:latin typeface="Arial Bold" panose="020B0604020202090204" charset="0"/>
                <a:cs typeface="Arial Bold" panose="020B0604020202090204" charset="0"/>
                <a:sym typeface="+mn-ea"/>
              </a:rPr>
              <a:t>crm</a:t>
            </a:r>
            <a:r>
              <a:rPr lang="zh-CN" altLang="en-US" b="1">
                <a:solidFill>
                  <a:schemeClr val="tx1"/>
                </a:solidFill>
                <a:latin typeface="Arial Bold" panose="020B0604020202090204" charset="0"/>
                <a:cs typeface="Arial Bold" panose="020B0604020202090204" charset="0"/>
                <a:sym typeface="+mn-ea"/>
              </a:rPr>
              <a:t>和微信助手模版互通</a:t>
            </a:r>
            <a:endParaRPr b="1" dirty="0">
              <a:solidFill>
                <a:schemeClr val="tx1"/>
              </a:solidFill>
              <a:latin typeface="微软雅黑" panose="020B0503020204020204" charset="-122"/>
              <a:ea typeface="微软雅黑" panose="020B0503020204020204" charset="-122"/>
              <a:sym typeface="+mn-ea"/>
            </a:endParaRPr>
          </a:p>
          <a:p>
            <a:pPr fontAlgn="ctr">
              <a:spcBef>
                <a:spcPts val="600"/>
              </a:spcBef>
            </a:pPr>
            <a:endParaRPr lang="en-US" altLang="zh-CN" sz="2000" b="1" dirty="0">
              <a:solidFill>
                <a:schemeClr val="tx1"/>
              </a:solidFill>
              <a:latin typeface="微软雅黑" panose="020B0503020204020204" charset="-122"/>
              <a:ea typeface="微软雅黑" panose="020B0503020204020204" charset="-122"/>
            </a:endParaRPr>
          </a:p>
          <a:p>
            <a:pPr fontAlgn="ctr">
              <a:spcBef>
                <a:spcPts val="600"/>
              </a:spcBef>
            </a:pPr>
            <a:endParaRPr lang="en-US" altLang="zh-CN" sz="2000" b="1" dirty="0">
              <a:solidFill>
                <a:schemeClr val="tx1"/>
              </a:solidFill>
              <a:latin typeface="微软雅黑" panose="020B0503020204020204" charset="-122"/>
              <a:ea typeface="微软雅黑" panose="020B0503020204020204" charset="-122"/>
            </a:endParaRPr>
          </a:p>
        </p:txBody>
      </p:sp>
      <p:sp>
        <p:nvSpPr>
          <p:cNvPr id="7" name="文本框 6"/>
          <p:cNvSpPr txBox="1"/>
          <p:nvPr/>
        </p:nvSpPr>
        <p:spPr>
          <a:xfrm>
            <a:off x="479425" y="897255"/>
            <a:ext cx="4064000" cy="368300"/>
          </a:xfrm>
          <a:prstGeom prst="rect">
            <a:avLst/>
          </a:prstGeom>
          <a:noFill/>
        </p:spPr>
        <p:txBody>
          <a:bodyPr wrap="square" rtlCol="0">
            <a:spAutoFit/>
          </a:bodyPr>
          <a:p>
            <a:r>
              <a:rPr lang="zh-CN" altLang="en-US"/>
              <a:t>微信助手</a:t>
            </a:r>
            <a:r>
              <a:rPr lang="zh-CN" altLang="en-US"/>
              <a:t>发送：</a:t>
            </a:r>
            <a:endParaRPr lang="zh-CN" altLang="en-US"/>
          </a:p>
        </p:txBody>
      </p:sp>
      <p:pic>
        <p:nvPicPr>
          <p:cNvPr id="4" name="图片 3" descr="Pasted image 20231219021336"/>
          <p:cNvPicPr>
            <a:picLocks noChangeAspect="1"/>
          </p:cNvPicPr>
          <p:nvPr/>
        </p:nvPicPr>
        <p:blipFill>
          <a:blip r:embed="rId1"/>
          <a:stretch>
            <a:fillRect/>
          </a:stretch>
        </p:blipFill>
        <p:spPr>
          <a:xfrm>
            <a:off x="479425" y="1196975"/>
            <a:ext cx="11687810" cy="1639570"/>
          </a:xfrm>
          <a:prstGeom prst="rect">
            <a:avLst/>
          </a:prstGeom>
        </p:spPr>
      </p:pic>
      <p:sp>
        <p:nvSpPr>
          <p:cNvPr id="9" name="文本框 8"/>
          <p:cNvSpPr txBox="1"/>
          <p:nvPr>
            <p:custDataLst>
              <p:tags r:id="rId2"/>
            </p:custDataLst>
          </p:nvPr>
        </p:nvSpPr>
        <p:spPr>
          <a:xfrm>
            <a:off x="551180" y="2781300"/>
            <a:ext cx="4064000" cy="368300"/>
          </a:xfrm>
          <a:prstGeom prst="rect">
            <a:avLst/>
          </a:prstGeom>
          <a:noFill/>
        </p:spPr>
        <p:txBody>
          <a:bodyPr wrap="square" rtlCol="0">
            <a:spAutoFit/>
          </a:bodyPr>
          <a:p>
            <a:r>
              <a:rPr lang="zh-CN" altLang="en-US"/>
              <a:t>模板：</a:t>
            </a:r>
            <a:endParaRPr lang="zh-CN" altLang="en-US"/>
          </a:p>
        </p:txBody>
      </p:sp>
      <p:pic>
        <p:nvPicPr>
          <p:cNvPr id="10" name="图片 9" descr="Pasted image 20231219000106"/>
          <p:cNvPicPr>
            <a:picLocks noChangeAspect="1"/>
          </p:cNvPicPr>
          <p:nvPr/>
        </p:nvPicPr>
        <p:blipFill>
          <a:blip r:embed="rId3"/>
          <a:stretch>
            <a:fillRect/>
          </a:stretch>
        </p:blipFill>
        <p:spPr>
          <a:xfrm>
            <a:off x="479425" y="3141345"/>
            <a:ext cx="11687810" cy="1546860"/>
          </a:xfrm>
          <a:prstGeom prst="rect">
            <a:avLst/>
          </a:prstGeom>
        </p:spPr>
      </p:pic>
      <p:pic>
        <p:nvPicPr>
          <p:cNvPr id="11" name="图片 10" descr="Pasted image 20231219000135"/>
          <p:cNvPicPr>
            <a:picLocks noChangeAspect="1"/>
          </p:cNvPicPr>
          <p:nvPr/>
        </p:nvPicPr>
        <p:blipFill>
          <a:blip r:embed="rId4"/>
          <a:stretch>
            <a:fillRect/>
          </a:stretch>
        </p:blipFill>
        <p:spPr>
          <a:xfrm>
            <a:off x="479425" y="4635500"/>
            <a:ext cx="11666855" cy="153352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37210" y="950595"/>
            <a:ext cx="10680065" cy="4140200"/>
          </a:xfrm>
          <a:prstGeom prst="rect">
            <a:avLst/>
          </a:prstGeom>
        </p:spPr>
        <p:txBody>
          <a:bodyPr wrap="square">
            <a:noAutofit/>
          </a:bodyPr>
          <a:lstStyle/>
          <a:p>
            <a:pPr fontAlgn="ctr">
              <a:lnSpc>
                <a:spcPct val="150000"/>
              </a:lnSpc>
              <a:spcBef>
                <a:spcPts val="600"/>
              </a:spcBef>
            </a:pPr>
            <a:endParaRPr lang="zh-CN" altLang="en-US" dirty="0">
              <a:latin typeface="微软雅黑" panose="020B0503020204020204" charset="-122"/>
              <a:ea typeface="微软雅黑" panose="020B0503020204020204" charset="-122"/>
            </a:endParaRPr>
          </a:p>
          <a:p>
            <a:pPr indent="0" fontAlgn="ctr">
              <a:lnSpc>
                <a:spcPct val="150000"/>
              </a:lnSpc>
              <a:spcBef>
                <a:spcPts val="600"/>
              </a:spcBef>
              <a:buFont typeface="Arial" panose="020B0604020202090204" pitchFamily="34" charset="0"/>
              <a:buNone/>
            </a:pPr>
            <a:endParaRPr lang="zh-CN" altLang="en-US" dirty="0">
              <a:latin typeface="微软雅黑" panose="020B0503020204020204" charset="-122"/>
              <a:ea typeface="微软雅黑" panose="020B0503020204020204" charset="-122"/>
            </a:endParaRPr>
          </a:p>
        </p:txBody>
      </p:sp>
      <p:sp>
        <p:nvSpPr>
          <p:cNvPr id="8" name="文本占位符 6"/>
          <p:cNvSpPr>
            <a:spLocks noGrp="1"/>
          </p:cNvSpPr>
          <p:nvPr>
            <p:ph type="body" sz="quarter" idx="10"/>
          </p:nvPr>
        </p:nvSpPr>
        <p:spPr>
          <a:xfrm>
            <a:off x="767408" y="188640"/>
            <a:ext cx="7112000" cy="416877"/>
          </a:xfrm>
        </p:spPr>
        <p:txBody>
          <a:bodyPr>
            <a:noAutofit/>
          </a:bodyPr>
          <a:lstStyle/>
          <a:p>
            <a:pPr fontAlgn="ctr">
              <a:spcBef>
                <a:spcPts val="600"/>
              </a:spcBef>
            </a:pPr>
            <a:r>
              <a:rPr sz="2000" b="1" dirty="0">
                <a:solidFill>
                  <a:schemeClr val="tx1"/>
                </a:solidFill>
                <a:latin typeface="微软雅黑" panose="020B0503020204020204" charset="-122"/>
                <a:ea typeface="微软雅黑" panose="020B0503020204020204" charset="-122"/>
              </a:rPr>
              <a:t>用户行为</a:t>
            </a:r>
            <a:r>
              <a:rPr sz="2000" b="1" dirty="0">
                <a:solidFill>
                  <a:schemeClr val="tx1"/>
                </a:solidFill>
                <a:latin typeface="微软雅黑" panose="020B0503020204020204" charset="-122"/>
                <a:ea typeface="微软雅黑" panose="020B0503020204020204" charset="-122"/>
              </a:rPr>
              <a:t>筛选</a:t>
            </a:r>
            <a:endParaRPr sz="2000" b="1" dirty="0">
              <a:solidFill>
                <a:schemeClr val="tx1"/>
              </a:solidFill>
              <a:latin typeface="微软雅黑" panose="020B0503020204020204" charset="-122"/>
              <a:ea typeface="微软雅黑" panose="020B0503020204020204" charset="-122"/>
            </a:endParaRPr>
          </a:p>
        </p:txBody>
      </p:sp>
      <p:sp>
        <p:nvSpPr>
          <p:cNvPr id="3" name="文本框 2"/>
          <p:cNvSpPr txBox="1"/>
          <p:nvPr/>
        </p:nvSpPr>
        <p:spPr>
          <a:xfrm>
            <a:off x="551180" y="908685"/>
            <a:ext cx="10113645" cy="2522855"/>
          </a:xfrm>
          <a:prstGeom prst="rect">
            <a:avLst/>
          </a:prstGeom>
          <a:noFill/>
        </p:spPr>
        <p:txBody>
          <a:bodyPr wrap="square" rtlCol="0">
            <a:noAutofit/>
          </a:bodyPr>
          <a:p>
            <a:pPr algn="l" fontAlgn="ctr">
              <a:lnSpc>
                <a:spcPct val="150000"/>
              </a:lnSpc>
              <a:spcBef>
                <a:spcPts val="600"/>
              </a:spcBef>
              <a:buClrTx/>
              <a:buSzTx/>
              <a:buFontTx/>
            </a:pPr>
            <a:r>
              <a:rPr lang="zh-CN" altLang="en-US" sz="1600" b="1" dirty="0">
                <a:latin typeface="微软雅黑" panose="020B0503020204020204" charset="-122"/>
                <a:ea typeface="微软雅黑" panose="020B0503020204020204" charset="-122"/>
                <a:sym typeface="+mn-ea"/>
              </a:rPr>
              <a:t>现状：只能二讲老师根据备注进行筛选，缺</a:t>
            </a:r>
            <a:r>
              <a:rPr lang="zh-CN" altLang="en-US" sz="1600" b="1" dirty="0">
                <a:latin typeface="微软雅黑" panose="020B0503020204020204" charset="-122"/>
                <a:ea typeface="微软雅黑" panose="020B0503020204020204" charset="-122"/>
                <a:sym typeface="+mn-ea"/>
              </a:rPr>
              <a:t>乏筛选用户的条件</a:t>
            </a:r>
            <a:endParaRPr lang="en-US" altLang="zh-CN" sz="1600" dirty="0">
              <a:latin typeface="微软雅黑" charset="0"/>
              <a:ea typeface="微软雅黑" charset="0"/>
              <a:cs typeface="微软雅黑" charset="0"/>
            </a:endParaRPr>
          </a:p>
          <a:p>
            <a:pPr indent="0" fontAlgn="ctr">
              <a:lnSpc>
                <a:spcPct val="150000"/>
              </a:lnSpc>
              <a:spcBef>
                <a:spcPts val="600"/>
              </a:spcBef>
              <a:buFont typeface="Arial" panose="020B0604020202090204" pitchFamily="34" charset="0"/>
              <a:buNone/>
            </a:pPr>
            <a:r>
              <a:rPr lang="zh-CN" altLang="en-US" sz="1600" b="1" dirty="0">
                <a:latin typeface="微软雅黑" panose="020B0503020204020204" charset="-122"/>
                <a:ea typeface="微软雅黑" panose="020B0503020204020204" charset="-122"/>
                <a:sym typeface="+mn-ea"/>
              </a:rPr>
              <a:t>目标：</a:t>
            </a:r>
            <a:r>
              <a:rPr lang="zh-CN" altLang="en-US" sz="1600" b="1" dirty="0">
                <a:latin typeface="微软雅黑" panose="020B0503020204020204" charset="-122"/>
                <a:ea typeface="微软雅黑" panose="020B0503020204020204" charset="-122"/>
                <a:sym typeface="+mn-ea"/>
              </a:rPr>
              <a:t>通过用户事件及标签对用户进行分层群发，提高用户活跃和转化。</a:t>
            </a:r>
            <a:endParaRPr lang="zh-CN" altLang="en-US" sz="1600" b="1" dirty="0">
              <a:latin typeface="微软雅黑" panose="020B0503020204020204" charset="-122"/>
              <a:ea typeface="微软雅黑" panose="020B0503020204020204" charset="-122"/>
              <a:sym typeface="+mn-ea"/>
            </a:endParaRPr>
          </a:p>
          <a:p>
            <a:pPr indent="0" fontAlgn="ctr">
              <a:lnSpc>
                <a:spcPct val="150000"/>
              </a:lnSpc>
              <a:spcBef>
                <a:spcPts val="600"/>
              </a:spcBef>
              <a:buFont typeface="Arial" panose="020B0604020202090204" pitchFamily="34" charset="0"/>
              <a:buNone/>
            </a:pPr>
            <a:r>
              <a:rPr lang="zh-CN" altLang="en-US" sz="1600" b="1" dirty="0">
                <a:latin typeface="微软雅黑" panose="020B0503020204020204" charset="-122"/>
                <a:ea typeface="微软雅黑" panose="020B0503020204020204" charset="-122"/>
                <a:sym typeface="+mn-ea"/>
              </a:rPr>
              <a:t>难点：</a:t>
            </a:r>
            <a:r>
              <a:rPr lang="zh-CN" altLang="en-US" sz="1600" b="1" dirty="0">
                <a:latin typeface="微软雅黑" panose="020B0503020204020204" charset="-122"/>
                <a:ea typeface="微软雅黑" panose="020B0503020204020204" charset="-122"/>
                <a:sym typeface="+mn-ea"/>
              </a:rPr>
              <a:t>无法直接查询“未做过”的事件，</a:t>
            </a:r>
            <a:r>
              <a:rPr lang="zh-CN" altLang="en-US" sz="1600" b="1" dirty="0">
                <a:latin typeface="微软雅黑" panose="020B0503020204020204" charset="-122"/>
                <a:ea typeface="微软雅黑" panose="020B0503020204020204" charset="-122"/>
                <a:sym typeface="+mn-ea"/>
              </a:rPr>
              <a:t>较为复杂查询条件。</a:t>
            </a:r>
            <a:endParaRPr lang="zh-CN" altLang="en-US" sz="1600" b="1" dirty="0">
              <a:latin typeface="微软雅黑" panose="020B0503020204020204" charset="-122"/>
              <a:ea typeface="微软雅黑" panose="020B0503020204020204" charset="-122"/>
              <a:sym typeface="+mn-ea"/>
            </a:endParaRPr>
          </a:p>
        </p:txBody>
      </p:sp>
      <p:pic>
        <p:nvPicPr>
          <p:cNvPr id="2" name="图片 1"/>
          <p:cNvPicPr>
            <a:picLocks noChangeAspect="1"/>
          </p:cNvPicPr>
          <p:nvPr>
            <p:custDataLst>
              <p:tags r:id="rId1"/>
            </p:custDataLst>
          </p:nvPr>
        </p:nvPicPr>
        <p:blipFill>
          <a:blip r:embed="rId2"/>
          <a:stretch>
            <a:fillRect/>
          </a:stretch>
        </p:blipFill>
        <p:spPr>
          <a:xfrm>
            <a:off x="5463540" y="3056890"/>
            <a:ext cx="5166995" cy="28352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37210" y="950595"/>
            <a:ext cx="10680065" cy="4140200"/>
          </a:xfrm>
          <a:prstGeom prst="rect">
            <a:avLst/>
          </a:prstGeom>
        </p:spPr>
        <p:txBody>
          <a:bodyPr wrap="square">
            <a:noAutofit/>
          </a:bodyPr>
          <a:lstStyle/>
          <a:p>
            <a:pPr fontAlgn="ctr">
              <a:lnSpc>
                <a:spcPct val="150000"/>
              </a:lnSpc>
              <a:spcBef>
                <a:spcPts val="600"/>
              </a:spcBef>
            </a:pPr>
            <a:endParaRPr lang="zh-CN" altLang="en-US" dirty="0">
              <a:latin typeface="微软雅黑" panose="020B0503020204020204" charset="-122"/>
              <a:ea typeface="微软雅黑" panose="020B0503020204020204" charset="-122"/>
            </a:endParaRPr>
          </a:p>
          <a:p>
            <a:pPr indent="0" fontAlgn="ctr">
              <a:lnSpc>
                <a:spcPct val="150000"/>
              </a:lnSpc>
              <a:spcBef>
                <a:spcPts val="600"/>
              </a:spcBef>
              <a:buFont typeface="Arial" panose="020B0604020202090204" pitchFamily="34" charset="0"/>
              <a:buNone/>
            </a:pPr>
            <a:endParaRPr lang="zh-CN" altLang="en-US" dirty="0">
              <a:latin typeface="微软雅黑" panose="020B0503020204020204" charset="-122"/>
              <a:ea typeface="微软雅黑" panose="020B0503020204020204" charset="-122"/>
            </a:endParaRPr>
          </a:p>
        </p:txBody>
      </p:sp>
      <p:sp>
        <p:nvSpPr>
          <p:cNvPr id="8" name="文本占位符 6"/>
          <p:cNvSpPr>
            <a:spLocks noGrp="1"/>
          </p:cNvSpPr>
          <p:nvPr>
            <p:ph type="body" sz="quarter" idx="10"/>
          </p:nvPr>
        </p:nvSpPr>
        <p:spPr>
          <a:xfrm>
            <a:off x="767408" y="188640"/>
            <a:ext cx="7112000" cy="416877"/>
          </a:xfrm>
        </p:spPr>
        <p:txBody>
          <a:bodyPr>
            <a:noAutofit/>
          </a:bodyPr>
          <a:lstStyle/>
          <a:p>
            <a:pPr fontAlgn="ctr">
              <a:spcBef>
                <a:spcPts val="600"/>
              </a:spcBef>
            </a:pPr>
            <a:r>
              <a:rPr sz="2000" b="1" dirty="0">
                <a:solidFill>
                  <a:schemeClr val="tx1"/>
                </a:solidFill>
                <a:latin typeface="微软雅黑" panose="020B0503020204020204" charset="-122"/>
                <a:ea typeface="微软雅黑" panose="020B0503020204020204" charset="-122"/>
              </a:rPr>
              <a:t>用户行为</a:t>
            </a:r>
            <a:r>
              <a:rPr sz="2000" b="1" dirty="0">
                <a:solidFill>
                  <a:schemeClr val="tx1"/>
                </a:solidFill>
                <a:latin typeface="微软雅黑" panose="020B0503020204020204" charset="-122"/>
                <a:ea typeface="微软雅黑" panose="020B0503020204020204" charset="-122"/>
              </a:rPr>
              <a:t>筛选</a:t>
            </a:r>
            <a:endParaRPr sz="2000" b="1" dirty="0">
              <a:solidFill>
                <a:schemeClr val="tx1"/>
              </a:solidFill>
              <a:latin typeface="微软雅黑" panose="020B0503020204020204" charset="-122"/>
              <a:ea typeface="微软雅黑" panose="020B0503020204020204" charset="-122"/>
            </a:endParaRPr>
          </a:p>
        </p:txBody>
      </p:sp>
      <p:sp>
        <p:nvSpPr>
          <p:cNvPr id="4" name="文本框 3"/>
          <p:cNvSpPr txBox="1"/>
          <p:nvPr/>
        </p:nvSpPr>
        <p:spPr>
          <a:xfrm>
            <a:off x="479425" y="1628775"/>
            <a:ext cx="6096000" cy="337185"/>
          </a:xfrm>
          <a:prstGeom prst="rect">
            <a:avLst/>
          </a:prstGeom>
          <a:noFill/>
        </p:spPr>
        <p:txBody>
          <a:bodyPr wrap="square" rtlCol="0" anchor="t">
            <a:spAutoFit/>
          </a:bodyPr>
          <a:p>
            <a:r>
              <a:rPr lang="zh-CN" altLang="en-US" sz="1600" b="1" dirty="0">
                <a:latin typeface="微软雅黑" panose="020B0503020204020204" charset="-122"/>
                <a:ea typeface="微软雅黑" panose="020B0503020204020204" charset="-122"/>
                <a:sym typeface="+mn-ea"/>
              </a:rPr>
              <a:t>无法直接查询“未做过”的事件</a:t>
            </a:r>
            <a:endParaRPr lang="zh-CN" altLang="en-US" sz="1600" b="1" dirty="0">
              <a:latin typeface="微软雅黑" panose="020B0503020204020204" charset="-122"/>
              <a:ea typeface="微软雅黑" panose="020B0503020204020204" charset="-122"/>
              <a:sym typeface="+mn-ea"/>
            </a:endParaRPr>
          </a:p>
        </p:txBody>
      </p:sp>
      <p:pic>
        <p:nvPicPr>
          <p:cNvPr id="7" name="图片 6"/>
          <p:cNvPicPr>
            <a:picLocks noChangeAspect="1"/>
          </p:cNvPicPr>
          <p:nvPr>
            <p:custDataLst>
              <p:tags r:id="rId1"/>
            </p:custDataLst>
          </p:nvPr>
        </p:nvPicPr>
        <p:blipFill>
          <a:blip r:embed="rId2"/>
          <a:stretch>
            <a:fillRect/>
          </a:stretch>
        </p:blipFill>
        <p:spPr>
          <a:xfrm>
            <a:off x="551180" y="2565400"/>
            <a:ext cx="11049000" cy="28067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37210" y="950595"/>
            <a:ext cx="10680065" cy="4140200"/>
          </a:xfrm>
          <a:prstGeom prst="rect">
            <a:avLst/>
          </a:prstGeom>
        </p:spPr>
        <p:txBody>
          <a:bodyPr wrap="square">
            <a:noAutofit/>
          </a:bodyPr>
          <a:lstStyle/>
          <a:p>
            <a:pPr fontAlgn="ctr">
              <a:lnSpc>
                <a:spcPct val="150000"/>
              </a:lnSpc>
              <a:spcBef>
                <a:spcPts val="600"/>
              </a:spcBef>
            </a:pPr>
            <a:endParaRPr lang="zh-CN" altLang="en-US" dirty="0">
              <a:latin typeface="微软雅黑" panose="020B0503020204020204" charset="-122"/>
              <a:ea typeface="微软雅黑" panose="020B0503020204020204" charset="-122"/>
            </a:endParaRPr>
          </a:p>
          <a:p>
            <a:pPr indent="0" fontAlgn="ctr">
              <a:lnSpc>
                <a:spcPct val="150000"/>
              </a:lnSpc>
              <a:spcBef>
                <a:spcPts val="600"/>
              </a:spcBef>
              <a:buFont typeface="Arial" panose="020B0604020202090204" pitchFamily="34" charset="0"/>
              <a:buNone/>
            </a:pPr>
            <a:endParaRPr lang="zh-CN" altLang="en-US" dirty="0">
              <a:latin typeface="微软雅黑" panose="020B0503020204020204" charset="-122"/>
              <a:ea typeface="微软雅黑" panose="020B0503020204020204" charset="-122"/>
            </a:endParaRPr>
          </a:p>
        </p:txBody>
      </p:sp>
      <p:sp>
        <p:nvSpPr>
          <p:cNvPr id="8" name="文本占位符 6"/>
          <p:cNvSpPr>
            <a:spLocks noGrp="1"/>
          </p:cNvSpPr>
          <p:nvPr>
            <p:ph type="body" sz="quarter" idx="10"/>
          </p:nvPr>
        </p:nvSpPr>
        <p:spPr>
          <a:xfrm>
            <a:off x="767408" y="188640"/>
            <a:ext cx="7112000" cy="416877"/>
          </a:xfrm>
        </p:spPr>
        <p:txBody>
          <a:bodyPr>
            <a:noAutofit/>
          </a:bodyPr>
          <a:lstStyle/>
          <a:p>
            <a:pPr fontAlgn="ctr">
              <a:spcBef>
                <a:spcPts val="600"/>
              </a:spcBef>
            </a:pPr>
            <a:r>
              <a:rPr sz="2000">
                <a:latin typeface="微软雅黑" charset="0"/>
                <a:ea typeface="微软雅黑" charset="0"/>
                <a:sym typeface="+mn-ea"/>
              </a:rPr>
              <a:t>微信助手客户端</a:t>
            </a:r>
            <a:endParaRPr lang="zh-CN" altLang="en-US" sz="2000" b="1">
              <a:latin typeface="微软雅黑" charset="0"/>
              <a:ea typeface="微软雅黑" charset="0"/>
            </a:endParaRPr>
          </a:p>
          <a:p>
            <a:pPr fontAlgn="ctr">
              <a:spcBef>
                <a:spcPts val="600"/>
              </a:spcBef>
            </a:pPr>
            <a:endParaRPr sz="2000" b="1" dirty="0">
              <a:solidFill>
                <a:schemeClr val="tx1"/>
              </a:solidFill>
              <a:latin typeface="微软雅黑" panose="020B0503020204020204" charset="-122"/>
              <a:ea typeface="微软雅黑" panose="020B0503020204020204" charset="-122"/>
            </a:endParaRPr>
          </a:p>
        </p:txBody>
      </p:sp>
      <p:sp>
        <p:nvSpPr>
          <p:cNvPr id="2" name="文本框 1"/>
          <p:cNvSpPr txBox="1"/>
          <p:nvPr/>
        </p:nvSpPr>
        <p:spPr>
          <a:xfrm>
            <a:off x="407035" y="1125220"/>
            <a:ext cx="6096000" cy="368300"/>
          </a:xfrm>
          <a:prstGeom prst="rect">
            <a:avLst/>
          </a:prstGeom>
          <a:noFill/>
        </p:spPr>
        <p:txBody>
          <a:bodyPr wrap="square" rtlCol="0" anchor="t">
            <a:spAutoFit/>
          </a:bodyPr>
          <a:p>
            <a:r>
              <a:rPr lang="en-US" altLang="zh-CN">
                <a:latin typeface="+mn-ea"/>
                <a:cs typeface="+mn-ea"/>
                <a:sym typeface="+mn-ea"/>
              </a:rPr>
              <a:t>1. </a:t>
            </a:r>
            <a:r>
              <a:rPr lang="zh-CN" altLang="en-US">
                <a:latin typeface="+mn-ea"/>
                <a:cs typeface="+mn-ea"/>
                <a:sym typeface="+mn-ea"/>
              </a:rPr>
              <a:t>优化线程池，提升消费能力</a:t>
            </a:r>
            <a:endParaRPr lang="zh-CN" altLang="en-US">
              <a:latin typeface="+mn-ea"/>
              <a:cs typeface="+mn-ea"/>
              <a:sym typeface="+mn-ea"/>
            </a:endParaRPr>
          </a:p>
        </p:txBody>
      </p:sp>
      <p:sp>
        <p:nvSpPr>
          <p:cNvPr id="3" name="文本框 2"/>
          <p:cNvSpPr txBox="1"/>
          <p:nvPr>
            <p:custDataLst>
              <p:tags r:id="rId1"/>
            </p:custDataLst>
          </p:nvPr>
        </p:nvSpPr>
        <p:spPr>
          <a:xfrm>
            <a:off x="767080" y="1557020"/>
            <a:ext cx="10113645" cy="2522855"/>
          </a:xfrm>
          <a:prstGeom prst="rect">
            <a:avLst/>
          </a:prstGeom>
          <a:noFill/>
        </p:spPr>
        <p:txBody>
          <a:bodyPr wrap="square" rtlCol="0">
            <a:noAutofit/>
          </a:bodyPr>
          <a:p>
            <a:pPr algn="l" fontAlgn="ctr">
              <a:lnSpc>
                <a:spcPct val="150000"/>
              </a:lnSpc>
              <a:spcBef>
                <a:spcPts val="600"/>
              </a:spcBef>
              <a:buClrTx/>
              <a:buSzTx/>
              <a:buFontTx/>
            </a:pPr>
            <a:r>
              <a:rPr lang="zh-CN" altLang="en-US" sz="1600" b="1" dirty="0">
                <a:latin typeface="微软雅黑" panose="020B0503020204020204" charset="-122"/>
                <a:ea typeface="微软雅黑" panose="020B0503020204020204" charset="-122"/>
                <a:sym typeface="+mn-ea"/>
              </a:rPr>
              <a:t>现状：至少</a:t>
            </a:r>
            <a:r>
              <a:rPr lang="en-US" altLang="zh-CN" sz="1600" b="1" dirty="0">
                <a:latin typeface="微软雅黑" panose="020B0503020204020204" charset="-122"/>
                <a:ea typeface="微软雅黑" panose="020B0503020204020204" charset="-122"/>
                <a:sym typeface="+mn-ea"/>
              </a:rPr>
              <a:t>14</a:t>
            </a:r>
            <a:r>
              <a:rPr lang="zh-CN" altLang="en-US" sz="1600" b="1" dirty="0">
                <a:latin typeface="微软雅黑" panose="020B0503020204020204" charset="-122"/>
                <a:ea typeface="微软雅黑" panose="020B0503020204020204" charset="-122"/>
                <a:sym typeface="+mn-ea"/>
              </a:rPr>
              <a:t>个线程池处理各种工作，</a:t>
            </a:r>
            <a:r>
              <a:rPr lang="en-US" altLang="zh-CN" sz="1600" b="1" dirty="0">
                <a:latin typeface="微软雅黑" panose="020B0503020204020204" charset="-122"/>
                <a:ea typeface="微软雅黑" panose="020B0503020204020204" charset="-122"/>
                <a:sym typeface="+mn-ea"/>
              </a:rPr>
              <a:t> </a:t>
            </a:r>
            <a:r>
              <a:rPr lang="zh-CN" altLang="en-US" sz="1600" b="1" dirty="0">
                <a:latin typeface="微软雅黑" panose="020B0503020204020204" charset="-122"/>
                <a:ea typeface="微软雅黑" panose="020B0503020204020204" charset="-122"/>
                <a:sym typeface="+mn-ea"/>
              </a:rPr>
              <a:t>但线程池的核心线程数和队列大小无法确定的很好，参数无法动态调整。假设最大线程数足够</a:t>
            </a:r>
            <a:r>
              <a:rPr lang="zh-CN" altLang="en-US" sz="1600" b="1" dirty="0">
                <a:latin typeface="微软雅黑" panose="020B0503020204020204" charset="-122"/>
                <a:ea typeface="微软雅黑" panose="020B0503020204020204" charset="-122"/>
                <a:sym typeface="+mn-ea"/>
              </a:rPr>
              <a:t>情况下。</a:t>
            </a:r>
            <a:endParaRPr lang="zh-CN" altLang="en-US" sz="1600" b="1" dirty="0">
              <a:latin typeface="微软雅黑" panose="020B0503020204020204" charset="-122"/>
              <a:ea typeface="微软雅黑" panose="020B0503020204020204" charset="-122"/>
              <a:sym typeface="+mn-ea"/>
            </a:endParaRPr>
          </a:p>
          <a:p>
            <a:pPr indent="457200" algn="l" fontAlgn="ctr">
              <a:lnSpc>
                <a:spcPct val="150000"/>
              </a:lnSpc>
              <a:spcBef>
                <a:spcPts val="600"/>
              </a:spcBef>
              <a:buClrTx/>
              <a:buSzTx/>
              <a:buFontTx/>
            </a:pPr>
            <a:r>
              <a:rPr lang="en-US" altLang="zh-CN" sz="1600" b="1" dirty="0">
                <a:latin typeface="微软雅黑" panose="020B0503020204020204" charset="-122"/>
                <a:ea typeface="微软雅黑" panose="020B0503020204020204" charset="-122"/>
                <a:sym typeface="+mn-ea"/>
              </a:rPr>
              <a:t>1. </a:t>
            </a:r>
            <a:r>
              <a:rPr lang="zh-CN" altLang="en-US" sz="1600" b="1" dirty="0">
                <a:latin typeface="微软雅黑" panose="020B0503020204020204" charset="-122"/>
                <a:ea typeface="微软雅黑" panose="020B0503020204020204" charset="-122"/>
                <a:sym typeface="+mn-ea"/>
              </a:rPr>
              <a:t>核心线程数设置较小，队列数设置</a:t>
            </a:r>
            <a:r>
              <a:rPr lang="zh-CN" altLang="en-US" sz="1600" b="1" dirty="0">
                <a:latin typeface="微软雅黑" panose="020B0503020204020204" charset="-122"/>
                <a:ea typeface="微软雅黑" panose="020B0503020204020204" charset="-122"/>
                <a:sym typeface="+mn-ea"/>
              </a:rPr>
              <a:t>较小</a:t>
            </a:r>
            <a:endParaRPr lang="zh-CN" altLang="en-US" sz="1600" b="1" dirty="0">
              <a:latin typeface="微软雅黑" panose="020B0503020204020204" charset="-122"/>
              <a:ea typeface="微软雅黑" panose="020B0503020204020204" charset="-122"/>
              <a:sym typeface="+mn-ea"/>
            </a:endParaRPr>
          </a:p>
          <a:p>
            <a:pPr indent="457200" algn="l" fontAlgn="ctr">
              <a:lnSpc>
                <a:spcPct val="150000"/>
              </a:lnSpc>
              <a:spcBef>
                <a:spcPts val="600"/>
              </a:spcBef>
              <a:buClrTx/>
              <a:buSzTx/>
              <a:buFontTx/>
            </a:pPr>
            <a:r>
              <a:rPr lang="en-US" altLang="zh-CN" sz="1600" b="1" dirty="0">
                <a:latin typeface="微软雅黑" panose="020B0503020204020204" charset="-122"/>
                <a:ea typeface="微软雅黑" panose="020B0503020204020204" charset="-122"/>
                <a:sym typeface="+mn-ea"/>
              </a:rPr>
              <a:t>2. </a:t>
            </a:r>
            <a:r>
              <a:rPr lang="zh-CN" altLang="en-US" sz="1600" b="1" dirty="0">
                <a:latin typeface="微软雅黑" panose="020B0503020204020204" charset="-122"/>
                <a:ea typeface="微软雅黑" panose="020B0503020204020204" charset="-122"/>
                <a:sym typeface="+mn-ea"/>
              </a:rPr>
              <a:t>核心线程数设置较小，队列数设置较</a:t>
            </a:r>
            <a:r>
              <a:rPr lang="zh-CN" altLang="en-US" sz="1600" b="1" dirty="0">
                <a:latin typeface="微软雅黑" panose="020B0503020204020204" charset="-122"/>
                <a:ea typeface="微软雅黑" panose="020B0503020204020204" charset="-122"/>
                <a:sym typeface="+mn-ea"/>
              </a:rPr>
              <a:t>大</a:t>
            </a:r>
            <a:endParaRPr lang="zh-CN" altLang="en-US" sz="1600" b="1" dirty="0">
              <a:latin typeface="微软雅黑" panose="020B0503020204020204" charset="-122"/>
              <a:ea typeface="微软雅黑" panose="020B0503020204020204" charset="-122"/>
              <a:sym typeface="+mn-ea"/>
            </a:endParaRPr>
          </a:p>
          <a:p>
            <a:pPr indent="457200" algn="l" fontAlgn="ctr">
              <a:lnSpc>
                <a:spcPct val="150000"/>
              </a:lnSpc>
              <a:spcBef>
                <a:spcPts val="600"/>
              </a:spcBef>
              <a:buClrTx/>
              <a:buSzTx/>
              <a:buFontTx/>
            </a:pPr>
            <a:r>
              <a:rPr lang="en-US" altLang="zh-CN" sz="1600" b="1" dirty="0">
                <a:latin typeface="微软雅黑" panose="020B0503020204020204" charset="-122"/>
                <a:ea typeface="微软雅黑" panose="020B0503020204020204" charset="-122"/>
                <a:sym typeface="+mn-ea"/>
              </a:rPr>
              <a:t>3. </a:t>
            </a:r>
            <a:r>
              <a:rPr lang="zh-CN" altLang="en-US" sz="1600" b="1" dirty="0">
                <a:latin typeface="微软雅黑" panose="020B0503020204020204" charset="-122"/>
                <a:ea typeface="微软雅黑" panose="020B0503020204020204" charset="-122"/>
                <a:sym typeface="+mn-ea"/>
              </a:rPr>
              <a:t>核心线程数设置较大，队列数设置较小</a:t>
            </a:r>
            <a:endParaRPr lang="zh-CN" altLang="en-US" sz="1600" b="1" dirty="0">
              <a:latin typeface="微软雅黑" panose="020B0503020204020204" charset="-122"/>
              <a:ea typeface="微软雅黑" panose="020B0503020204020204" charset="-122"/>
              <a:sym typeface="+mn-ea"/>
            </a:endParaRPr>
          </a:p>
          <a:p>
            <a:pPr indent="457200" algn="l" fontAlgn="ctr">
              <a:lnSpc>
                <a:spcPct val="150000"/>
              </a:lnSpc>
              <a:spcBef>
                <a:spcPts val="600"/>
              </a:spcBef>
              <a:buClrTx/>
              <a:buSzTx/>
              <a:buFontTx/>
            </a:pPr>
            <a:r>
              <a:rPr lang="en-US" altLang="zh-CN" sz="1600" b="1" dirty="0">
                <a:latin typeface="微软雅黑" panose="020B0503020204020204" charset="-122"/>
                <a:ea typeface="微软雅黑" panose="020B0503020204020204" charset="-122"/>
                <a:sym typeface="+mn-ea"/>
              </a:rPr>
              <a:t>4. </a:t>
            </a:r>
            <a:r>
              <a:rPr lang="zh-CN" altLang="en-US" sz="1600" b="1" dirty="0">
                <a:latin typeface="微软雅黑" panose="020B0503020204020204" charset="-122"/>
                <a:ea typeface="微软雅黑" panose="020B0503020204020204" charset="-122"/>
                <a:sym typeface="+mn-ea"/>
              </a:rPr>
              <a:t>核心线程数设置较大，队列数设置较大</a:t>
            </a:r>
            <a:endParaRPr lang="zh-CN" altLang="en-US" sz="1600" b="1" dirty="0">
              <a:latin typeface="微软雅黑" panose="020B0503020204020204" charset="-122"/>
              <a:ea typeface="微软雅黑" panose="020B0503020204020204" charset="-122"/>
              <a:sym typeface="+mn-ea"/>
            </a:endParaRPr>
          </a:p>
          <a:p>
            <a:pPr indent="457200" algn="l" fontAlgn="ctr">
              <a:lnSpc>
                <a:spcPct val="150000"/>
              </a:lnSpc>
              <a:spcBef>
                <a:spcPts val="600"/>
              </a:spcBef>
              <a:buClrTx/>
              <a:buSzTx/>
              <a:buFontTx/>
            </a:pPr>
            <a:endParaRPr lang="zh-CN" altLang="en-US" sz="1600" b="1" dirty="0">
              <a:latin typeface="微软雅黑" panose="020B0503020204020204" charset="-122"/>
              <a:ea typeface="微软雅黑" panose="020B0503020204020204" charset="-122"/>
              <a:sym typeface="+mn-ea"/>
            </a:endParaRPr>
          </a:p>
          <a:p>
            <a:pPr indent="457200" algn="l" fontAlgn="ctr">
              <a:lnSpc>
                <a:spcPct val="150000"/>
              </a:lnSpc>
              <a:spcBef>
                <a:spcPts val="600"/>
              </a:spcBef>
              <a:buClrTx/>
              <a:buSzTx/>
              <a:buFontTx/>
            </a:pPr>
            <a:endParaRPr lang="en-US" altLang="zh-CN" sz="1600" b="1" dirty="0">
              <a:latin typeface="微软雅黑" panose="020B0503020204020204" charset="-122"/>
              <a:ea typeface="微软雅黑" panose="020B0503020204020204" charset="-122"/>
              <a:sym typeface="+mn-ea"/>
            </a:endParaRPr>
          </a:p>
        </p:txBody>
      </p:sp>
      <p:sp>
        <p:nvSpPr>
          <p:cNvPr id="9" name="文本框 8"/>
          <p:cNvSpPr txBox="1"/>
          <p:nvPr>
            <p:custDataLst>
              <p:tags r:id="rId2"/>
            </p:custDataLst>
          </p:nvPr>
        </p:nvSpPr>
        <p:spPr>
          <a:xfrm>
            <a:off x="839470" y="4149090"/>
            <a:ext cx="10113645" cy="2522855"/>
          </a:xfrm>
          <a:prstGeom prst="rect">
            <a:avLst/>
          </a:prstGeom>
          <a:noFill/>
        </p:spPr>
        <p:txBody>
          <a:bodyPr wrap="square" rtlCol="0">
            <a:noAutofit/>
          </a:bodyPr>
          <a:p>
            <a:pPr algn="l" fontAlgn="ctr">
              <a:lnSpc>
                <a:spcPct val="150000"/>
              </a:lnSpc>
              <a:spcBef>
                <a:spcPts val="600"/>
              </a:spcBef>
              <a:buClrTx/>
              <a:buSzTx/>
              <a:buFontTx/>
            </a:pPr>
            <a:r>
              <a:rPr lang="zh-CN" altLang="en-US" sz="1600" b="1" dirty="0">
                <a:latin typeface="微软雅黑" panose="020B0503020204020204" charset="-122"/>
                <a:ea typeface="微软雅黑" panose="020B0503020204020204" charset="-122"/>
                <a:sym typeface="+mn-ea"/>
              </a:rPr>
              <a:t>目的：</a:t>
            </a:r>
            <a:r>
              <a:rPr lang="en-US" altLang="zh-CN" sz="1600" dirty="0">
                <a:sym typeface="+mn-ea"/>
              </a:rPr>
              <a:t>低负载时</a:t>
            </a:r>
            <a:r>
              <a:rPr lang="zh-CN" altLang="en-US" sz="1600" dirty="0">
                <a:sym typeface="+mn-ea"/>
              </a:rPr>
              <a:t>降低资源消耗，高负载时及时提高任务的处理速度，防止任务堆积。</a:t>
            </a:r>
            <a:endParaRPr lang="zh-CN" altLang="en-US" sz="1600" dirty="0">
              <a:sym typeface="+mn-ea"/>
            </a:endParaRPr>
          </a:p>
          <a:p>
            <a:pPr algn="l" fontAlgn="ctr">
              <a:lnSpc>
                <a:spcPct val="150000"/>
              </a:lnSpc>
              <a:spcBef>
                <a:spcPts val="600"/>
              </a:spcBef>
              <a:buClrTx/>
              <a:buSzTx/>
              <a:buFontTx/>
            </a:pPr>
            <a:endParaRPr lang="zh-CN" altLang="en-US" sz="1600" dirty="0">
              <a:sym typeface="+mn-ea"/>
            </a:endParaRPr>
          </a:p>
          <a:p>
            <a:pPr algn="l" fontAlgn="ctr">
              <a:lnSpc>
                <a:spcPct val="150000"/>
              </a:lnSpc>
              <a:spcBef>
                <a:spcPts val="600"/>
              </a:spcBef>
              <a:buClrTx/>
              <a:buSzTx/>
              <a:buFontTx/>
            </a:pPr>
            <a:r>
              <a:rPr lang="zh-CN" altLang="en-US" sz="1600" b="1" dirty="0">
                <a:sym typeface="+mn-ea"/>
              </a:rPr>
              <a:t>难点</a:t>
            </a:r>
            <a:r>
              <a:rPr lang="zh-CN" altLang="en-US" sz="1600" dirty="0">
                <a:sym typeface="+mn-ea"/>
              </a:rPr>
              <a:t>：在队列较大的情况下</a:t>
            </a:r>
            <a:r>
              <a:rPr lang="en-US" altLang="zh-CN" sz="1600" dirty="0">
                <a:sym typeface="+mn-ea"/>
              </a:rPr>
              <a:t>(</a:t>
            </a:r>
            <a:r>
              <a:rPr lang="zh-CN" altLang="en-US" sz="1600" dirty="0">
                <a:sym typeface="+mn-ea"/>
              </a:rPr>
              <a:t>丢失任务一般不被接受</a:t>
            </a:r>
            <a:r>
              <a:rPr lang="en-US" altLang="zh-CN" sz="1600" dirty="0">
                <a:sym typeface="+mn-ea"/>
              </a:rPr>
              <a:t>)</a:t>
            </a:r>
            <a:r>
              <a:rPr lang="zh-CN" altLang="en-US" sz="1600" dirty="0">
                <a:sym typeface="+mn-ea"/>
              </a:rPr>
              <a:t>，根据什么参数来动态调整核心线程数。</a:t>
            </a:r>
            <a:endParaRPr lang="zh-CN" altLang="en-US" sz="1600" dirty="0">
              <a:sym typeface="+mn-ea"/>
            </a:endParaRPr>
          </a:p>
          <a:p>
            <a:pPr algn="l" fontAlgn="ctr">
              <a:lnSpc>
                <a:spcPct val="150000"/>
              </a:lnSpc>
              <a:spcBef>
                <a:spcPts val="600"/>
              </a:spcBef>
              <a:buClrTx/>
              <a:buSzTx/>
              <a:buFontTx/>
            </a:pPr>
            <a:endParaRPr lang="zh-CN" altLang="en-US" sz="1600" b="1" dirty="0">
              <a:latin typeface="微软雅黑" panose="020B0503020204020204" charset="-122"/>
              <a:ea typeface="微软雅黑" panose="020B0503020204020204" charset="-122"/>
              <a:sym typeface="+mn-ea"/>
            </a:endParaRPr>
          </a:p>
          <a:p>
            <a:pPr indent="457200" algn="l" fontAlgn="ctr">
              <a:lnSpc>
                <a:spcPct val="150000"/>
              </a:lnSpc>
              <a:spcBef>
                <a:spcPts val="600"/>
              </a:spcBef>
              <a:buClrTx/>
              <a:buSzTx/>
              <a:buFontTx/>
            </a:pPr>
            <a:endParaRPr lang="en-US" altLang="zh-CN" sz="1600" b="1" dirty="0">
              <a:latin typeface="微软雅黑" panose="020B0503020204020204" charset="-122"/>
              <a:ea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37210" y="950595"/>
            <a:ext cx="10680065" cy="4140200"/>
          </a:xfrm>
          <a:prstGeom prst="rect">
            <a:avLst/>
          </a:prstGeom>
        </p:spPr>
        <p:txBody>
          <a:bodyPr wrap="square">
            <a:noAutofit/>
          </a:bodyPr>
          <a:lstStyle/>
          <a:p>
            <a:pPr fontAlgn="ctr">
              <a:lnSpc>
                <a:spcPct val="150000"/>
              </a:lnSpc>
              <a:spcBef>
                <a:spcPts val="600"/>
              </a:spcBef>
            </a:pPr>
            <a:endParaRPr lang="zh-CN" altLang="en-US" dirty="0">
              <a:latin typeface="微软雅黑" panose="020B0503020204020204" charset="-122"/>
              <a:ea typeface="微软雅黑" panose="020B0503020204020204" charset="-122"/>
            </a:endParaRPr>
          </a:p>
          <a:p>
            <a:pPr indent="0" fontAlgn="ctr">
              <a:lnSpc>
                <a:spcPct val="150000"/>
              </a:lnSpc>
              <a:spcBef>
                <a:spcPts val="600"/>
              </a:spcBef>
              <a:buFont typeface="Arial" panose="020B0604020202090204" pitchFamily="34" charset="0"/>
              <a:buNone/>
            </a:pPr>
            <a:endParaRPr lang="zh-CN" altLang="en-US" dirty="0">
              <a:latin typeface="微软雅黑" panose="020B0503020204020204" charset="-122"/>
              <a:ea typeface="微软雅黑" panose="020B0503020204020204" charset="-122"/>
            </a:endParaRPr>
          </a:p>
        </p:txBody>
      </p:sp>
      <p:sp>
        <p:nvSpPr>
          <p:cNvPr id="8" name="文本占位符 6"/>
          <p:cNvSpPr>
            <a:spLocks noGrp="1"/>
          </p:cNvSpPr>
          <p:nvPr>
            <p:ph type="body" sz="quarter" idx="10"/>
          </p:nvPr>
        </p:nvSpPr>
        <p:spPr>
          <a:xfrm>
            <a:off x="767408" y="188640"/>
            <a:ext cx="7112000" cy="416877"/>
          </a:xfrm>
        </p:spPr>
        <p:txBody>
          <a:bodyPr>
            <a:noAutofit/>
          </a:bodyPr>
          <a:lstStyle/>
          <a:p>
            <a:pPr fontAlgn="ctr">
              <a:spcBef>
                <a:spcPts val="600"/>
              </a:spcBef>
            </a:pPr>
            <a:r>
              <a:rPr sz="2000">
                <a:latin typeface="微软雅黑" charset="0"/>
                <a:ea typeface="微软雅黑" charset="0"/>
                <a:sym typeface="+mn-ea"/>
              </a:rPr>
              <a:t>微信助手客户端</a:t>
            </a:r>
            <a:endParaRPr lang="zh-CN" altLang="en-US" sz="2000" b="1">
              <a:latin typeface="微软雅黑" charset="0"/>
              <a:ea typeface="微软雅黑" charset="0"/>
            </a:endParaRPr>
          </a:p>
          <a:p>
            <a:pPr fontAlgn="ctr">
              <a:spcBef>
                <a:spcPts val="600"/>
              </a:spcBef>
            </a:pPr>
            <a:endParaRPr sz="2000" b="1" dirty="0">
              <a:solidFill>
                <a:schemeClr val="tx1"/>
              </a:solidFill>
              <a:latin typeface="微软雅黑" panose="020B0503020204020204" charset="-122"/>
              <a:ea typeface="微软雅黑" panose="020B0503020204020204" charset="-122"/>
            </a:endParaRPr>
          </a:p>
        </p:txBody>
      </p:sp>
      <p:sp>
        <p:nvSpPr>
          <p:cNvPr id="2" name="文本框 1"/>
          <p:cNvSpPr txBox="1"/>
          <p:nvPr/>
        </p:nvSpPr>
        <p:spPr>
          <a:xfrm>
            <a:off x="407035" y="1125220"/>
            <a:ext cx="6096000" cy="368300"/>
          </a:xfrm>
          <a:prstGeom prst="rect">
            <a:avLst/>
          </a:prstGeom>
          <a:noFill/>
        </p:spPr>
        <p:txBody>
          <a:bodyPr wrap="square" rtlCol="0" anchor="t">
            <a:spAutoFit/>
          </a:bodyPr>
          <a:p>
            <a:r>
              <a:rPr lang="zh-CN" altLang="en-US">
                <a:latin typeface="+mn-ea"/>
                <a:cs typeface="+mn-ea"/>
                <a:sym typeface="+mn-ea"/>
              </a:rPr>
              <a:t>处理</a:t>
            </a:r>
            <a:r>
              <a:rPr lang="zh-CN" altLang="en-US">
                <a:latin typeface="+mn-ea"/>
                <a:cs typeface="+mn-ea"/>
                <a:sym typeface="+mn-ea"/>
              </a:rPr>
              <a:t>流程</a:t>
            </a:r>
            <a:endParaRPr lang="zh-CN" altLang="en-US">
              <a:latin typeface="+mn-ea"/>
              <a:cs typeface="+mn-ea"/>
              <a:sym typeface="+mn-ea"/>
            </a:endParaRPr>
          </a:p>
        </p:txBody>
      </p:sp>
      <p:sp>
        <p:nvSpPr>
          <p:cNvPr id="9" name="文本框 8"/>
          <p:cNvSpPr txBox="1"/>
          <p:nvPr>
            <p:custDataLst>
              <p:tags r:id="rId1"/>
            </p:custDataLst>
          </p:nvPr>
        </p:nvSpPr>
        <p:spPr>
          <a:xfrm>
            <a:off x="537210" y="3213100"/>
            <a:ext cx="10113645" cy="2522855"/>
          </a:xfrm>
          <a:prstGeom prst="rect">
            <a:avLst/>
          </a:prstGeom>
          <a:noFill/>
        </p:spPr>
        <p:txBody>
          <a:bodyPr wrap="square" rtlCol="0">
            <a:noAutofit/>
          </a:bodyPr>
          <a:p>
            <a:pPr algn="l" fontAlgn="ctr">
              <a:lnSpc>
                <a:spcPct val="150000"/>
              </a:lnSpc>
              <a:spcBef>
                <a:spcPts val="600"/>
              </a:spcBef>
              <a:buClrTx/>
              <a:buSzTx/>
              <a:buFontTx/>
            </a:pPr>
            <a:r>
              <a:rPr lang="zh-CN" altLang="en-US" sz="1600" b="1" dirty="0">
                <a:latin typeface="微软雅黑" panose="020B0503020204020204" charset="-122"/>
                <a:ea typeface="微软雅黑" panose="020B0503020204020204" charset="-122"/>
                <a:sym typeface="+mn-ea"/>
              </a:rPr>
              <a:t>成果：统一线程池参数处理，降低系统资源消耗，在可接受范围内及时处理完任务</a:t>
            </a:r>
            <a:r>
              <a:rPr lang="zh-CN" altLang="en-US" sz="1600" dirty="0">
                <a:sym typeface="+mn-ea"/>
              </a:rPr>
              <a:t>。</a:t>
            </a:r>
            <a:endParaRPr lang="zh-CN" altLang="en-US" sz="1600" dirty="0">
              <a:sym typeface="+mn-ea"/>
            </a:endParaRPr>
          </a:p>
          <a:p>
            <a:pPr algn="l" fontAlgn="ctr">
              <a:lnSpc>
                <a:spcPct val="150000"/>
              </a:lnSpc>
              <a:spcBef>
                <a:spcPts val="600"/>
              </a:spcBef>
              <a:buClrTx/>
              <a:buSzTx/>
              <a:buFontTx/>
            </a:pPr>
            <a:endParaRPr lang="zh-CN" altLang="en-US" sz="1600" b="1" dirty="0">
              <a:latin typeface="微软雅黑" panose="020B0503020204020204" charset="-122"/>
              <a:ea typeface="微软雅黑" panose="020B0503020204020204" charset="-122"/>
              <a:sym typeface="+mn-ea"/>
            </a:endParaRPr>
          </a:p>
          <a:p>
            <a:pPr indent="457200" algn="l" fontAlgn="ctr">
              <a:lnSpc>
                <a:spcPct val="150000"/>
              </a:lnSpc>
              <a:spcBef>
                <a:spcPts val="600"/>
              </a:spcBef>
              <a:buClrTx/>
              <a:buSzTx/>
              <a:buFontTx/>
            </a:pPr>
            <a:endParaRPr lang="en-US" altLang="zh-CN" sz="1600" b="1" dirty="0">
              <a:latin typeface="微软雅黑" panose="020B0503020204020204" charset="-122"/>
              <a:ea typeface="微软雅黑" panose="020B0503020204020204" charset="-122"/>
              <a:sym typeface="+mn-ea"/>
            </a:endParaRPr>
          </a:p>
        </p:txBody>
      </p:sp>
      <p:pic>
        <p:nvPicPr>
          <p:cNvPr id="6" name="图片 5"/>
          <p:cNvPicPr>
            <a:picLocks noChangeAspect="1"/>
          </p:cNvPicPr>
          <p:nvPr>
            <p:custDataLst>
              <p:tags r:id="rId2"/>
            </p:custDataLst>
          </p:nvPr>
        </p:nvPicPr>
        <p:blipFill>
          <a:blip r:embed="rId3"/>
          <a:stretch>
            <a:fillRect/>
          </a:stretch>
        </p:blipFill>
        <p:spPr>
          <a:xfrm>
            <a:off x="263525" y="1412875"/>
            <a:ext cx="11857990" cy="1706245"/>
          </a:xfrm>
          <a:prstGeom prst="rect">
            <a:avLst/>
          </a:prstGeom>
        </p:spPr>
      </p:pic>
      <p:sp>
        <p:nvSpPr>
          <p:cNvPr id="7" name="文本框 6"/>
          <p:cNvSpPr txBox="1"/>
          <p:nvPr>
            <p:custDataLst>
              <p:tags r:id="rId4"/>
            </p:custDataLst>
          </p:nvPr>
        </p:nvSpPr>
        <p:spPr>
          <a:xfrm>
            <a:off x="479425" y="4005580"/>
            <a:ext cx="6096000" cy="368300"/>
          </a:xfrm>
          <a:prstGeom prst="rect">
            <a:avLst/>
          </a:prstGeom>
          <a:noFill/>
        </p:spPr>
        <p:txBody>
          <a:bodyPr wrap="square" rtlCol="0" anchor="t">
            <a:spAutoFit/>
          </a:bodyPr>
          <a:p>
            <a:r>
              <a:rPr lang="en-US" altLang="zh-CN">
                <a:latin typeface="+mn-ea"/>
                <a:cs typeface="+mn-ea"/>
                <a:sym typeface="+mn-ea"/>
              </a:rPr>
              <a:t>2. </a:t>
            </a:r>
            <a:r>
              <a:rPr lang="zh-CN" altLang="en-US">
                <a:latin typeface="+mn-ea"/>
                <a:cs typeface="+mn-ea"/>
                <a:sym typeface="+mn-ea"/>
              </a:rPr>
              <a:t>图片</a:t>
            </a:r>
            <a:r>
              <a:rPr lang="zh-CN" altLang="en-US">
                <a:latin typeface="+mn-ea"/>
                <a:cs typeface="+mn-ea"/>
                <a:sym typeface="+mn-ea"/>
              </a:rPr>
              <a:t>压缩</a:t>
            </a:r>
            <a:endParaRPr lang="zh-CN" altLang="en-US">
              <a:latin typeface="+mn-ea"/>
              <a:cs typeface="+mn-ea"/>
              <a:sym typeface="+mn-ea"/>
            </a:endParaRPr>
          </a:p>
        </p:txBody>
      </p:sp>
      <p:sp>
        <p:nvSpPr>
          <p:cNvPr id="10" name="文本框 9"/>
          <p:cNvSpPr txBox="1"/>
          <p:nvPr>
            <p:custDataLst>
              <p:tags r:id="rId5"/>
            </p:custDataLst>
          </p:nvPr>
        </p:nvSpPr>
        <p:spPr>
          <a:xfrm>
            <a:off x="623570" y="4335145"/>
            <a:ext cx="10113645" cy="2522855"/>
          </a:xfrm>
          <a:prstGeom prst="rect">
            <a:avLst/>
          </a:prstGeom>
          <a:noFill/>
        </p:spPr>
        <p:txBody>
          <a:bodyPr wrap="square" rtlCol="0">
            <a:noAutofit/>
          </a:bodyPr>
          <a:p>
            <a:pPr algn="l" fontAlgn="ctr">
              <a:lnSpc>
                <a:spcPct val="150000"/>
              </a:lnSpc>
              <a:spcBef>
                <a:spcPts val="600"/>
              </a:spcBef>
              <a:buClrTx/>
              <a:buSzTx/>
              <a:buFontTx/>
            </a:pPr>
            <a:r>
              <a:rPr lang="zh-CN" altLang="en-US" sz="1600" b="1" dirty="0">
                <a:latin typeface="微软雅黑" panose="020B0503020204020204" charset="-122"/>
                <a:ea typeface="微软雅黑" panose="020B0503020204020204" charset="-122"/>
                <a:sym typeface="+mn-ea"/>
              </a:rPr>
              <a:t>现状：群发图片、智能回复、好友回复发送图片经常造成企微卡顿和任务</a:t>
            </a:r>
            <a:r>
              <a:rPr lang="zh-CN" altLang="en-US" sz="1600" b="1" dirty="0">
                <a:latin typeface="微软雅黑" panose="020B0503020204020204" charset="-122"/>
                <a:ea typeface="微软雅黑" panose="020B0503020204020204" charset="-122"/>
                <a:sym typeface="+mn-ea"/>
              </a:rPr>
              <a:t>阻塞。</a:t>
            </a:r>
            <a:endParaRPr lang="zh-CN" altLang="en-US" sz="1600" b="1" dirty="0">
              <a:latin typeface="微软雅黑" panose="020B0503020204020204" charset="-122"/>
              <a:ea typeface="微软雅黑" panose="020B0503020204020204" charset="-122"/>
              <a:sym typeface="+mn-ea"/>
            </a:endParaRPr>
          </a:p>
          <a:p>
            <a:pPr algn="l" fontAlgn="ctr">
              <a:lnSpc>
                <a:spcPct val="150000"/>
              </a:lnSpc>
              <a:spcBef>
                <a:spcPts val="600"/>
              </a:spcBef>
              <a:buClrTx/>
              <a:buSzTx/>
              <a:buFontTx/>
            </a:pPr>
            <a:r>
              <a:rPr lang="zh-CN" altLang="en-US" sz="1600" b="1" dirty="0">
                <a:latin typeface="微软雅黑" panose="020B0503020204020204" charset="-122"/>
                <a:ea typeface="微软雅黑" panose="020B0503020204020204" charset="-122"/>
                <a:sym typeface="+mn-ea"/>
              </a:rPr>
              <a:t>目的：提高图片的发送速度，降低消息乱序的</a:t>
            </a:r>
            <a:r>
              <a:rPr lang="zh-CN" altLang="en-US" sz="1600" b="1" dirty="0">
                <a:latin typeface="微软雅黑" panose="020B0503020204020204" charset="-122"/>
                <a:ea typeface="微软雅黑" panose="020B0503020204020204" charset="-122"/>
                <a:sym typeface="+mn-ea"/>
              </a:rPr>
              <a:t>概率。</a:t>
            </a:r>
            <a:endParaRPr lang="zh-CN" altLang="en-US" sz="1600" b="1" dirty="0">
              <a:latin typeface="微软雅黑" panose="020B0503020204020204" charset="-122"/>
              <a:ea typeface="微软雅黑" panose="020B0503020204020204" charset="-122"/>
              <a:sym typeface="+mn-ea"/>
            </a:endParaRPr>
          </a:p>
          <a:p>
            <a:pPr algn="l" fontAlgn="ctr">
              <a:lnSpc>
                <a:spcPct val="150000"/>
              </a:lnSpc>
              <a:spcBef>
                <a:spcPts val="600"/>
              </a:spcBef>
              <a:buClrTx/>
              <a:buSzTx/>
              <a:buFontTx/>
            </a:pPr>
            <a:r>
              <a:rPr lang="zh-CN" altLang="en-US" sz="1600" b="1" dirty="0">
                <a:latin typeface="微软雅黑" panose="020B0503020204020204" charset="-122"/>
                <a:ea typeface="微软雅黑" panose="020B0503020204020204" charset="-122"/>
                <a:sym typeface="+mn-ea"/>
              </a:rPr>
              <a:t>难点：如何找到合适的压缩质量和尺寸，在降低图片大小的同时，保证图片的</a:t>
            </a:r>
            <a:r>
              <a:rPr lang="zh-CN" altLang="en-US" sz="1600" b="1" dirty="0">
                <a:latin typeface="微软雅黑" panose="020B0503020204020204" charset="-122"/>
                <a:ea typeface="微软雅黑" panose="020B0503020204020204" charset="-122"/>
                <a:sym typeface="+mn-ea"/>
              </a:rPr>
              <a:t>质量。</a:t>
            </a:r>
            <a:endParaRPr lang="zh-CN" altLang="en-US" sz="1600" b="1" dirty="0">
              <a:latin typeface="微软雅黑" panose="020B0503020204020204" charset="-122"/>
              <a:ea typeface="微软雅黑" panose="020B0503020204020204" charset="-122"/>
              <a:sym typeface="+mn-ea"/>
            </a:endParaRPr>
          </a:p>
          <a:p>
            <a:pPr algn="l" fontAlgn="ctr">
              <a:lnSpc>
                <a:spcPct val="150000"/>
              </a:lnSpc>
              <a:spcBef>
                <a:spcPts val="600"/>
              </a:spcBef>
              <a:buClrTx/>
              <a:buSzTx/>
              <a:buFontTx/>
            </a:pPr>
            <a:endParaRPr lang="zh-CN" altLang="en-US" sz="1600" b="1" dirty="0">
              <a:latin typeface="微软雅黑" panose="020B0503020204020204" charset="-122"/>
              <a:ea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对角圆角矩形 14"/>
          <p:cNvSpPr/>
          <p:nvPr/>
        </p:nvSpPr>
        <p:spPr>
          <a:xfrm flipV="1">
            <a:off x="1062816" y="2751552"/>
            <a:ext cx="1033791" cy="112105"/>
          </a:xfrm>
          <a:prstGeom prst="round2DiagRect">
            <a:avLst>
              <a:gd name="adj1" fmla="val 29524"/>
              <a:gd name="adj2" fmla="val 29860"/>
            </a:avLst>
          </a:prstGeom>
          <a:solidFill>
            <a:srgbClr val="FE7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grpSp>
        <p:nvGrpSpPr>
          <p:cNvPr id="7" name="组合 6"/>
          <p:cNvGrpSpPr/>
          <p:nvPr/>
        </p:nvGrpSpPr>
        <p:grpSpPr>
          <a:xfrm>
            <a:off x="839416" y="1882129"/>
            <a:ext cx="4032448" cy="1922381"/>
            <a:chOff x="1305046" y="988376"/>
            <a:chExt cx="5376597" cy="2563177"/>
          </a:xfrm>
        </p:grpSpPr>
        <p:sp>
          <p:nvSpPr>
            <p:cNvPr id="8" name="微软雅黑BOLD  130点"/>
            <p:cNvSpPr txBox="1"/>
            <p:nvPr/>
          </p:nvSpPr>
          <p:spPr>
            <a:xfrm>
              <a:off x="1375573" y="988376"/>
              <a:ext cx="5059779" cy="1621596"/>
            </a:xfrm>
            <a:prstGeom prst="rect">
              <a:avLst/>
            </a:prstGeom>
            <a:ln w="12700">
              <a:miter lim="400000"/>
            </a:ln>
          </p:spPr>
          <p:txBody>
            <a:bodyPr wrap="square" lIns="53577" tIns="53577" rIns="53577" bIns="53577" anchor="ctr">
              <a:spAutoFit/>
            </a:bodyPr>
            <a:lstStyle>
              <a:lvl1pPr>
                <a:defRPr sz="8800">
                  <a:solidFill>
                    <a:srgbClr val="333333"/>
                  </a:solidFill>
                  <a:latin typeface="Avenir Next Regular" panose="020B0803020202020204"/>
                  <a:ea typeface="Avenir Next Regular" panose="020B0803020202020204"/>
                  <a:cs typeface="Avenir Next Regular" panose="020B0803020202020204"/>
                  <a:sym typeface="Avenir Next Regular" panose="020B0803020202020204"/>
                </a:defRPr>
              </a:lvl1pPr>
            </a:lstStyle>
            <a:p>
              <a:r>
                <a:rPr lang="en-US" sz="7200" dirty="0">
                  <a:solidFill>
                    <a:srgbClr val="22272D"/>
                  </a:solidFill>
                  <a:latin typeface="Arial Black" panose="020B0A04020102020204" pitchFamily="34" charset="0"/>
                  <a:ea typeface="微软雅黑" panose="020B0503020204020204" charset="-122"/>
                  <a:cs typeface="Arial Black" panose="020B0A04020102020204" pitchFamily="34" charset="0"/>
                </a:rPr>
                <a:t>03</a:t>
              </a:r>
              <a:endParaRPr lang="en-US" sz="7200" dirty="0">
                <a:solidFill>
                  <a:srgbClr val="22272D"/>
                </a:solidFill>
                <a:latin typeface="Arial Black" panose="020B0A04020102020204" pitchFamily="34" charset="0"/>
                <a:ea typeface="微软雅黑" panose="020B0503020204020204" charset="-122"/>
                <a:cs typeface="Arial Black" panose="020B0A04020102020204" pitchFamily="34" charset="0"/>
              </a:endParaRPr>
            </a:p>
          </p:txBody>
        </p:sp>
        <p:sp>
          <p:nvSpPr>
            <p:cNvPr id="9" name="文本框 8"/>
            <p:cNvSpPr txBox="1"/>
            <p:nvPr/>
          </p:nvSpPr>
          <p:spPr>
            <a:xfrm>
              <a:off x="1305046" y="2609212"/>
              <a:ext cx="5376597" cy="942341"/>
            </a:xfrm>
            <a:prstGeom prst="rect">
              <a:avLst/>
            </a:prstGeom>
            <a:noFill/>
          </p:spPr>
          <p:txBody>
            <a:bodyPr wrap="square" rtlCol="0">
              <a:spAutoFit/>
            </a:bodyPr>
            <a:lstStyle/>
            <a:p>
              <a:r>
                <a:rPr kumimoji="1" lang="en-US" altLang="zh-CN" sz="4000" b="1" dirty="0">
                  <a:solidFill>
                    <a:schemeClr val="tx1">
                      <a:lumMod val="75000"/>
                      <a:lumOff val="25000"/>
                    </a:schemeClr>
                  </a:solidFill>
                  <a:latin typeface="微软雅黑" panose="020B0503020204020204" charset="-122"/>
                  <a:ea typeface="微软雅黑" panose="020B0503020204020204" charset="-122"/>
                </a:rPr>
                <a:t>2024</a:t>
              </a:r>
              <a:r>
                <a:rPr kumimoji="1" lang="zh-CN" altLang="en-US" sz="4000" b="1" dirty="0">
                  <a:solidFill>
                    <a:schemeClr val="tx1">
                      <a:lumMod val="75000"/>
                      <a:lumOff val="25000"/>
                    </a:schemeClr>
                  </a:solidFill>
                  <a:latin typeface="微软雅黑" panose="020B0503020204020204" charset="-122"/>
                  <a:ea typeface="微软雅黑" panose="020B0503020204020204" charset="-122"/>
                </a:rPr>
                <a:t>年发展规划</a:t>
              </a:r>
              <a:endParaRPr kumimoji="1" lang="zh-CN" altLang="en-US" sz="4000" b="1" dirty="0">
                <a:solidFill>
                  <a:schemeClr val="tx1">
                    <a:lumMod val="75000"/>
                    <a:lumOff val="25000"/>
                  </a:schemeClr>
                </a:solidFill>
                <a:latin typeface="微软雅黑" panose="020B0503020204020204" charset="-122"/>
                <a:ea typeface="微软雅黑" panose="020B0503020204020204" charset="-122"/>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31520" y="971870"/>
            <a:ext cx="10340000" cy="3661410"/>
          </a:xfrm>
          <a:prstGeom prst="rect">
            <a:avLst/>
          </a:prstGeom>
        </p:spPr>
        <p:txBody>
          <a:bodyPr wrap="square">
            <a:spAutoFit/>
          </a:bodyPr>
          <a:lstStyle/>
          <a:p>
            <a:pPr>
              <a:lnSpc>
                <a:spcPct val="200000"/>
              </a:lnSpc>
            </a:pPr>
            <a:r>
              <a:rPr lang="zh-CN" altLang="en-US" b="1" dirty="0">
                <a:latin typeface="微软雅黑" panose="020B0503020204020204" charset="-122"/>
                <a:ea typeface="微软雅黑" panose="020B0503020204020204" charset="-122"/>
              </a:rPr>
              <a:t>自我反思</a:t>
            </a:r>
            <a:endParaRPr lang="en-US" altLang="zh-CN" b="1" dirty="0">
              <a:latin typeface="微软雅黑" panose="020B0503020204020204" charset="-122"/>
              <a:ea typeface="微软雅黑" panose="020B0503020204020204" charset="-122"/>
            </a:endParaRPr>
          </a:p>
          <a:p>
            <a:pPr marL="571500" indent="-571500">
              <a:lnSpc>
                <a:spcPct val="200000"/>
              </a:lnSpc>
              <a:buFont typeface="Wingdings" panose="05000000000000000000" pitchFamily="2" charset="2"/>
              <a:buChar char="Ø"/>
              <a:defRPr/>
            </a:pPr>
            <a:r>
              <a:rPr lang="zh-CN" altLang="en-US" sz="1600" dirty="0">
                <a:latin typeface="微软雅黑" panose="020B0503020204020204" charset="-122"/>
                <a:ea typeface="微软雅黑" panose="020B0503020204020204" charset="-122"/>
              </a:rPr>
              <a:t>对业务需求和业务价值理解不够充分，从而导致产品需求不同，</a:t>
            </a:r>
            <a:r>
              <a:rPr lang="en-US" altLang="zh-CN"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开发需求偏差，</a:t>
            </a:r>
            <a:r>
              <a:rPr lang="en-US" altLang="zh-CN" sz="1600"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预期不符，加强业务</a:t>
            </a:r>
            <a:endParaRPr lang="en-US" altLang="zh-CN" sz="1600" dirty="0">
              <a:latin typeface="微软雅黑" panose="020B0503020204020204" charset="-122"/>
              <a:ea typeface="微软雅黑" panose="020B0503020204020204" charset="-122"/>
            </a:endParaRPr>
          </a:p>
          <a:p>
            <a:pPr marL="571500" indent="-571500">
              <a:lnSpc>
                <a:spcPct val="200000"/>
              </a:lnSpc>
              <a:buFont typeface="Wingdings" panose="05000000000000000000" pitchFamily="2" charset="2"/>
              <a:buChar char="Ø"/>
              <a:defRPr/>
            </a:pPr>
            <a:r>
              <a:rPr lang="zh-CN" altLang="en-US" sz="1600" b="0" dirty="0">
                <a:latin typeface="微软雅黑" panose="020B0503020204020204" charset="-122"/>
                <a:ea typeface="微软雅黑" panose="020B0503020204020204" charset="-122"/>
              </a:rPr>
              <a:t>代码质量不高，</a:t>
            </a:r>
            <a:r>
              <a:rPr lang="en-US" altLang="zh-CN" sz="1600" b="0" dirty="0">
                <a:latin typeface="微软雅黑" panose="020B0503020204020204" charset="-122"/>
                <a:ea typeface="微软雅黑" panose="020B0503020204020204" charset="-122"/>
              </a:rPr>
              <a:t> </a:t>
            </a:r>
            <a:r>
              <a:rPr lang="zh-CN" altLang="en-US" sz="1600" b="0" dirty="0">
                <a:latin typeface="微软雅黑" panose="020B0503020204020204" charset="-122"/>
                <a:ea typeface="微软雅黑" panose="020B0503020204020204" charset="-122"/>
              </a:rPr>
              <a:t>保证代码质量，多关注上线效果和应用状态</a:t>
            </a:r>
            <a:endParaRPr lang="en-US" altLang="zh-CN" sz="1600" dirty="0">
              <a:latin typeface="微软雅黑" panose="020B0503020204020204" charset="-122"/>
              <a:ea typeface="微软雅黑" panose="020B0503020204020204" charset="-122"/>
            </a:endParaRPr>
          </a:p>
          <a:p>
            <a:pPr>
              <a:lnSpc>
                <a:spcPct val="200000"/>
              </a:lnSpc>
            </a:pPr>
            <a:r>
              <a:rPr lang="zh-CN" altLang="en-US" b="1" dirty="0">
                <a:latin typeface="微软雅黑" panose="020B0503020204020204" charset="-122"/>
                <a:ea typeface="微软雅黑" panose="020B0503020204020204" charset="-122"/>
              </a:rPr>
              <a:t>明年工作规划</a:t>
            </a:r>
            <a:endParaRPr lang="en-US" altLang="zh-CN" b="1" dirty="0">
              <a:latin typeface="微软雅黑" panose="020B0503020204020204" charset="-122"/>
              <a:ea typeface="微软雅黑" panose="020B0503020204020204" charset="-122"/>
            </a:endParaRPr>
          </a:p>
          <a:p>
            <a:pPr marL="571500" indent="-571500">
              <a:lnSpc>
                <a:spcPct val="200000"/>
              </a:lnSpc>
              <a:buFont typeface="Wingdings" panose="05000000000000000000" pitchFamily="2" charset="2"/>
              <a:buChar char="Ø"/>
              <a:defRPr/>
            </a:pPr>
            <a:r>
              <a:rPr lang="zh-CN" altLang="en-US" sz="1600" dirty="0">
                <a:latin typeface="微软雅黑" panose="020B0503020204020204" charset="-122"/>
                <a:ea typeface="微软雅黑" panose="020B0503020204020204" charset="-122"/>
              </a:rPr>
              <a:t>提升</a:t>
            </a:r>
            <a:r>
              <a:rPr lang="zh-CN" altLang="en-US" sz="1600" dirty="0">
                <a:latin typeface="微软雅黑" panose="020B0503020204020204" charset="-122"/>
                <a:ea typeface="微软雅黑" panose="020B0503020204020204" charset="-122"/>
              </a:rPr>
              <a:t>微信助手的稳定性，降低工单数量</a:t>
            </a:r>
            <a:endParaRPr lang="zh-CN" altLang="en-US" sz="1600" dirty="0">
              <a:latin typeface="微软雅黑" panose="020B0503020204020204" charset="-122"/>
              <a:ea typeface="微软雅黑" panose="020B0503020204020204" charset="-122"/>
            </a:endParaRPr>
          </a:p>
          <a:p>
            <a:pPr marL="571500" indent="-571500">
              <a:lnSpc>
                <a:spcPct val="200000"/>
              </a:lnSpc>
              <a:buFont typeface="Wingdings" panose="05000000000000000000" pitchFamily="2" charset="2"/>
              <a:buChar char="Ø"/>
              <a:defRPr/>
            </a:pPr>
            <a:r>
              <a:rPr lang="zh-CN" altLang="en-US" sz="1600" dirty="0">
                <a:latin typeface="微软雅黑" panose="020B0503020204020204" charset="-122"/>
                <a:ea typeface="微软雅黑" panose="020B0503020204020204" charset="-122"/>
              </a:rPr>
              <a:t>微信助手处理逻辑</a:t>
            </a:r>
            <a:r>
              <a:rPr lang="zh-CN" altLang="en-US" sz="1600" dirty="0">
                <a:latin typeface="微软雅黑" panose="020B0503020204020204" charset="-122"/>
                <a:ea typeface="微软雅黑" panose="020B0503020204020204" charset="-122"/>
              </a:rPr>
              <a:t>繁杂，部分功能向云端</a:t>
            </a:r>
            <a:r>
              <a:rPr lang="zh-CN" altLang="en-US" sz="1600" dirty="0">
                <a:latin typeface="微软雅黑" panose="020B0503020204020204" charset="-122"/>
                <a:ea typeface="微软雅黑" panose="020B0503020204020204" charset="-122"/>
              </a:rPr>
              <a:t>迁移</a:t>
            </a:r>
            <a:endParaRPr lang="zh-CN" altLang="en-US" sz="1600" dirty="0">
              <a:latin typeface="微软雅黑" panose="020B0503020204020204" charset="-122"/>
              <a:ea typeface="微软雅黑" panose="020B0503020204020204" charset="-122"/>
            </a:endParaRPr>
          </a:p>
          <a:p>
            <a:pPr marL="571500" indent="-571500">
              <a:lnSpc>
                <a:spcPct val="200000"/>
              </a:lnSpc>
              <a:buFont typeface="Wingdings" panose="05000000000000000000" pitchFamily="2" charset="2"/>
              <a:buChar char="Ø"/>
              <a:defRPr/>
            </a:pPr>
            <a:r>
              <a:rPr lang="zh-CN" altLang="en-US" sz="1600" dirty="0">
                <a:latin typeface="微软雅黑" panose="020B0503020204020204" charset="-122"/>
                <a:ea typeface="微软雅黑" panose="020B0503020204020204" charset="-122"/>
              </a:rPr>
              <a:t>提高代码质量</a:t>
            </a:r>
            <a:endParaRPr lang="zh-CN" altLang="en-US" sz="1600" dirty="0">
              <a:latin typeface="微软雅黑" panose="020B0503020204020204" charset="-122"/>
              <a:ea typeface="微软雅黑" panose="020B0503020204020204" charset="-122"/>
            </a:endParaRPr>
          </a:p>
        </p:txBody>
      </p:sp>
      <p:sp>
        <p:nvSpPr>
          <p:cNvPr id="8" name="文本占位符 6"/>
          <p:cNvSpPr>
            <a:spLocks noGrp="1"/>
          </p:cNvSpPr>
          <p:nvPr>
            <p:ph type="body" sz="quarter" idx="10"/>
          </p:nvPr>
        </p:nvSpPr>
        <p:spPr>
          <a:xfrm>
            <a:off x="767408" y="188640"/>
            <a:ext cx="7112000" cy="416877"/>
          </a:xfrm>
        </p:spPr>
        <p:txBody>
          <a:bodyPr>
            <a:noAutofit/>
          </a:bodyPr>
          <a:lstStyle/>
          <a:p>
            <a:pPr eaLnBrk="1" hangingPunct="1">
              <a:lnSpc>
                <a:spcPct val="100000"/>
              </a:lnSpc>
              <a:spcBef>
                <a:spcPts val="1000"/>
              </a:spcBef>
            </a:pPr>
            <a:r>
              <a:rPr lang="zh-CN" altLang="en-US" dirty="0"/>
              <a:t>明年发展规划</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对角圆角矩形 14"/>
          <p:cNvSpPr/>
          <p:nvPr/>
        </p:nvSpPr>
        <p:spPr>
          <a:xfrm flipV="1">
            <a:off x="1062816" y="2751552"/>
            <a:ext cx="1033791" cy="112105"/>
          </a:xfrm>
          <a:prstGeom prst="round2DiagRect">
            <a:avLst>
              <a:gd name="adj1" fmla="val 29524"/>
              <a:gd name="adj2" fmla="val 29860"/>
            </a:avLst>
          </a:prstGeom>
          <a:solidFill>
            <a:srgbClr val="FE7C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00"/>
          </a:p>
        </p:txBody>
      </p:sp>
      <p:grpSp>
        <p:nvGrpSpPr>
          <p:cNvPr id="7" name="组合 6"/>
          <p:cNvGrpSpPr/>
          <p:nvPr/>
        </p:nvGrpSpPr>
        <p:grpSpPr>
          <a:xfrm>
            <a:off x="839416" y="1882129"/>
            <a:ext cx="4968552" cy="1923512"/>
            <a:chOff x="1305046" y="988376"/>
            <a:chExt cx="6624735" cy="2564685"/>
          </a:xfrm>
        </p:grpSpPr>
        <p:sp>
          <p:nvSpPr>
            <p:cNvPr id="8" name="微软雅黑BOLD  130点"/>
            <p:cNvSpPr txBox="1"/>
            <p:nvPr/>
          </p:nvSpPr>
          <p:spPr>
            <a:xfrm>
              <a:off x="1375573" y="988376"/>
              <a:ext cx="5059779" cy="1621596"/>
            </a:xfrm>
            <a:prstGeom prst="rect">
              <a:avLst/>
            </a:prstGeom>
            <a:ln w="12700">
              <a:miter lim="400000"/>
            </a:ln>
          </p:spPr>
          <p:txBody>
            <a:bodyPr wrap="square" lIns="53577" tIns="53577" rIns="53577" bIns="53577" anchor="ctr">
              <a:spAutoFit/>
            </a:bodyPr>
            <a:lstStyle>
              <a:lvl1pPr>
                <a:defRPr sz="8800">
                  <a:solidFill>
                    <a:srgbClr val="333333"/>
                  </a:solidFill>
                  <a:latin typeface="Avenir Next Regular" panose="020B0803020202020204"/>
                  <a:ea typeface="Avenir Next Regular" panose="020B0803020202020204"/>
                  <a:cs typeface="Avenir Next Regular" panose="020B0803020202020204"/>
                  <a:sym typeface="Avenir Next Regular" panose="020B0803020202020204"/>
                </a:defRPr>
              </a:lvl1pPr>
            </a:lstStyle>
            <a:p>
              <a:r>
                <a:rPr lang="en-US" sz="7200" dirty="0">
                  <a:solidFill>
                    <a:srgbClr val="22272D"/>
                  </a:solidFill>
                  <a:latin typeface="Arial Black" panose="020B0A04020102020204" pitchFamily="34" charset="0"/>
                  <a:ea typeface="微软雅黑" panose="020B0503020204020204" charset="-122"/>
                  <a:cs typeface="Arial Black" panose="020B0A04020102020204" pitchFamily="34" charset="0"/>
                </a:rPr>
                <a:t>04</a:t>
              </a:r>
              <a:endParaRPr lang="en-US" sz="7200" dirty="0">
                <a:solidFill>
                  <a:srgbClr val="22272D"/>
                </a:solidFill>
                <a:latin typeface="Arial Black" panose="020B0A04020102020204" pitchFamily="34" charset="0"/>
                <a:ea typeface="微软雅黑" panose="020B0503020204020204" charset="-122"/>
                <a:cs typeface="Arial Black" panose="020B0A04020102020204" pitchFamily="34" charset="0"/>
              </a:endParaRPr>
            </a:p>
          </p:txBody>
        </p:sp>
        <p:sp>
          <p:nvSpPr>
            <p:cNvPr id="9" name="文本框 8"/>
            <p:cNvSpPr txBox="1"/>
            <p:nvPr/>
          </p:nvSpPr>
          <p:spPr>
            <a:xfrm>
              <a:off x="1305046" y="2609212"/>
              <a:ext cx="6624735" cy="943849"/>
            </a:xfrm>
            <a:prstGeom prst="rect">
              <a:avLst/>
            </a:prstGeom>
            <a:noFill/>
          </p:spPr>
          <p:txBody>
            <a:bodyPr wrap="square" rtlCol="0">
              <a:spAutoFit/>
            </a:bodyPr>
            <a:lstStyle/>
            <a:p>
              <a:r>
                <a:rPr kumimoji="1" lang="zh-CN" altLang="en-US" sz="4000" b="1" dirty="0">
                  <a:solidFill>
                    <a:schemeClr val="tx1">
                      <a:lumMod val="75000"/>
                      <a:lumOff val="25000"/>
                    </a:schemeClr>
                  </a:solidFill>
                  <a:latin typeface="微软雅黑" panose="020B0503020204020204" charset="-122"/>
                  <a:ea typeface="微软雅黑" panose="020B0503020204020204" charset="-122"/>
                </a:rPr>
                <a:t>价值观事例评价</a:t>
              </a:r>
              <a:endParaRPr kumimoji="1" lang="zh-CN" altLang="en-US" sz="4000" b="1" dirty="0">
                <a:solidFill>
                  <a:schemeClr val="tx1">
                    <a:lumMod val="75000"/>
                    <a:lumOff val="25000"/>
                  </a:schemeClr>
                </a:solidFill>
                <a:latin typeface="微软雅黑" panose="020B0503020204020204" charset="-122"/>
                <a:ea typeface="微软雅黑" panose="020B0503020204020204" charset="-122"/>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6"/>
          <p:cNvSpPr>
            <a:spLocks noGrp="1"/>
          </p:cNvSpPr>
          <p:nvPr>
            <p:ph type="body" sz="quarter" idx="10"/>
          </p:nvPr>
        </p:nvSpPr>
        <p:spPr>
          <a:xfrm>
            <a:off x="767408" y="188640"/>
            <a:ext cx="7112000" cy="416877"/>
          </a:xfrm>
        </p:spPr>
        <p:txBody>
          <a:bodyPr>
            <a:noAutofit/>
          </a:bodyPr>
          <a:lstStyle/>
          <a:p>
            <a:r>
              <a:rPr kumimoji="1" lang="zh-CN" altLang="en-US" sz="2400" b="1" dirty="0">
                <a:solidFill>
                  <a:schemeClr val="tx1">
                    <a:lumMod val="75000"/>
                    <a:lumOff val="25000"/>
                  </a:schemeClr>
                </a:solidFill>
                <a:latin typeface="微软雅黑" panose="020B0503020204020204" charset="-122"/>
                <a:ea typeface="微软雅黑" panose="020B0503020204020204" charset="-122"/>
              </a:rPr>
              <a:t>价值观事例评价</a:t>
            </a:r>
            <a:endParaRPr kumimoji="1" lang="zh-CN" altLang="en-US" sz="2400" b="1" dirty="0">
              <a:solidFill>
                <a:schemeClr val="tx1">
                  <a:lumMod val="75000"/>
                  <a:lumOff val="25000"/>
                </a:schemeClr>
              </a:solidFill>
              <a:latin typeface="微软雅黑" panose="020B0503020204020204" charset="-122"/>
              <a:ea typeface="微软雅黑" panose="020B0503020204020204" charset="-122"/>
            </a:endParaRPr>
          </a:p>
        </p:txBody>
      </p:sp>
      <p:sp>
        <p:nvSpPr>
          <p:cNvPr id="2" name="矩形 1"/>
          <p:cNvSpPr/>
          <p:nvPr/>
        </p:nvSpPr>
        <p:spPr>
          <a:xfrm>
            <a:off x="899132" y="1861383"/>
            <a:ext cx="2100648" cy="458908"/>
          </a:xfrm>
          <a:prstGeom prst="rect">
            <a:avLst/>
          </a:prstGeom>
        </p:spPr>
        <p:txBody>
          <a:bodyPr wrap="square">
            <a:spAutoFit/>
          </a:bodyPr>
          <a:lstStyle/>
          <a:p>
            <a:pPr algn="ctr">
              <a:lnSpc>
                <a:spcPct val="150000"/>
              </a:lnSpc>
            </a:pPr>
            <a:r>
              <a:rPr kumimoji="1" lang="zh-CN" altLang="en-US" dirty="0">
                <a:latin typeface="微软雅黑" panose="020B0503020204020204" charset="-122"/>
                <a:ea typeface="微软雅黑" panose="020B0503020204020204" charset="-122"/>
              </a:rPr>
              <a:t>客户为先</a:t>
            </a:r>
            <a:endParaRPr kumimoji="1" lang="zh-CN" altLang="en-US" dirty="0">
              <a:latin typeface="微软雅黑" panose="020B0503020204020204" charset="-122"/>
              <a:ea typeface="微软雅黑" panose="020B0503020204020204" charset="-122"/>
            </a:endParaRPr>
          </a:p>
        </p:txBody>
      </p:sp>
      <p:sp>
        <p:nvSpPr>
          <p:cNvPr id="3" name="矩形 2"/>
          <p:cNvSpPr/>
          <p:nvPr/>
        </p:nvSpPr>
        <p:spPr>
          <a:xfrm>
            <a:off x="3105825" y="1861383"/>
            <a:ext cx="2100648" cy="458908"/>
          </a:xfrm>
          <a:prstGeom prst="rect">
            <a:avLst/>
          </a:prstGeom>
        </p:spPr>
        <p:txBody>
          <a:bodyPr wrap="square">
            <a:spAutoFit/>
          </a:bodyPr>
          <a:lstStyle/>
          <a:p>
            <a:pPr algn="ctr">
              <a:lnSpc>
                <a:spcPct val="150000"/>
              </a:lnSpc>
            </a:pPr>
            <a:r>
              <a:rPr kumimoji="1" lang="zh-CN" altLang="en-US" dirty="0">
                <a:solidFill>
                  <a:schemeClr val="tx1">
                    <a:lumMod val="65000"/>
                    <a:lumOff val="35000"/>
                  </a:schemeClr>
                </a:solidFill>
                <a:latin typeface="微软雅黑" panose="020B0503020204020204" charset="-122"/>
                <a:ea typeface="微软雅黑" panose="020B0503020204020204" charset="-122"/>
              </a:rPr>
              <a:t>诚信</a:t>
            </a:r>
            <a:endParaRPr kumimoji="1" lang="zh-CN" altLang="en-US" dirty="0">
              <a:solidFill>
                <a:srgbClr val="FF0000"/>
              </a:solidFill>
              <a:latin typeface="微软雅黑" panose="020B0503020204020204" charset="-122"/>
              <a:ea typeface="微软雅黑" panose="020B0503020204020204" charset="-122"/>
            </a:endParaRPr>
          </a:p>
        </p:txBody>
      </p:sp>
      <p:sp>
        <p:nvSpPr>
          <p:cNvPr id="5" name="矩形 4"/>
          <p:cNvSpPr/>
          <p:nvPr/>
        </p:nvSpPr>
        <p:spPr>
          <a:xfrm>
            <a:off x="5245154" y="1861383"/>
            <a:ext cx="2100648" cy="458908"/>
          </a:xfrm>
          <a:prstGeom prst="rect">
            <a:avLst/>
          </a:prstGeom>
        </p:spPr>
        <p:txBody>
          <a:bodyPr wrap="square">
            <a:spAutoFit/>
          </a:bodyPr>
          <a:lstStyle/>
          <a:p>
            <a:pPr algn="ctr">
              <a:lnSpc>
                <a:spcPct val="150000"/>
              </a:lnSpc>
            </a:pPr>
            <a:r>
              <a:rPr kumimoji="1" lang="zh-CN" altLang="en-US" dirty="0">
                <a:solidFill>
                  <a:schemeClr val="tx1">
                    <a:lumMod val="65000"/>
                    <a:lumOff val="35000"/>
                  </a:schemeClr>
                </a:solidFill>
                <a:latin typeface="微软雅黑" panose="020B0503020204020204" charset="-122"/>
                <a:ea typeface="微软雅黑" panose="020B0503020204020204" charset="-122"/>
              </a:rPr>
              <a:t>担当</a:t>
            </a:r>
            <a:endParaRPr kumimoji="1" lang="zh-CN" altLang="en-US" dirty="0">
              <a:solidFill>
                <a:srgbClr val="FF0000"/>
              </a:solidFill>
              <a:latin typeface="微软雅黑" panose="020B0503020204020204" charset="-122"/>
              <a:ea typeface="微软雅黑" panose="020B0503020204020204" charset="-122"/>
            </a:endParaRPr>
          </a:p>
        </p:txBody>
      </p:sp>
      <p:sp>
        <p:nvSpPr>
          <p:cNvPr id="6" name="矩形 5"/>
          <p:cNvSpPr/>
          <p:nvPr/>
        </p:nvSpPr>
        <p:spPr>
          <a:xfrm>
            <a:off x="7384483" y="1861383"/>
            <a:ext cx="2100648" cy="458908"/>
          </a:xfrm>
          <a:prstGeom prst="rect">
            <a:avLst/>
          </a:prstGeom>
        </p:spPr>
        <p:txBody>
          <a:bodyPr wrap="square">
            <a:spAutoFit/>
          </a:bodyPr>
          <a:lstStyle/>
          <a:p>
            <a:pPr algn="ctr">
              <a:lnSpc>
                <a:spcPct val="150000"/>
              </a:lnSpc>
            </a:pPr>
            <a:r>
              <a:rPr kumimoji="1" lang="zh-CN" altLang="en-US" dirty="0">
                <a:solidFill>
                  <a:schemeClr val="tx1">
                    <a:lumMod val="65000"/>
                    <a:lumOff val="35000"/>
                  </a:schemeClr>
                </a:solidFill>
                <a:latin typeface="微软雅黑" panose="020B0503020204020204" charset="-122"/>
                <a:ea typeface="微软雅黑" panose="020B0503020204020204" charset="-122"/>
              </a:rPr>
              <a:t>协作</a:t>
            </a:r>
            <a:endParaRPr kumimoji="1" lang="zh-CN" altLang="en-US" dirty="0">
              <a:solidFill>
                <a:srgbClr val="FF0000"/>
              </a:solidFill>
              <a:latin typeface="微软雅黑" panose="020B0503020204020204" charset="-122"/>
              <a:ea typeface="微软雅黑" panose="020B0503020204020204" charset="-122"/>
            </a:endParaRPr>
          </a:p>
        </p:txBody>
      </p:sp>
      <p:sp>
        <p:nvSpPr>
          <p:cNvPr id="7" name="同心圆 2"/>
          <p:cNvSpPr/>
          <p:nvPr/>
        </p:nvSpPr>
        <p:spPr>
          <a:xfrm>
            <a:off x="961227" y="1233808"/>
            <a:ext cx="1976459" cy="1926000"/>
          </a:xfrm>
          <a:prstGeom prst="donut">
            <a:avLst>
              <a:gd name="adj" fmla="val 8680"/>
            </a:avLst>
          </a:prstGeom>
          <a:gradFill flip="none" rotWithShape="1">
            <a:gsLst>
              <a:gs pos="0">
                <a:srgbClr val="E9B188"/>
              </a:gs>
              <a:gs pos="71000">
                <a:srgbClr val="E9B188"/>
              </a:gs>
              <a:gs pos="100000">
                <a:srgbClr val="E9B188">
                  <a:tint val="23500"/>
                  <a:satMod val="160000"/>
                </a:srgbClr>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9" name="同心圆 14"/>
          <p:cNvSpPr/>
          <p:nvPr/>
        </p:nvSpPr>
        <p:spPr>
          <a:xfrm>
            <a:off x="3169289" y="1232916"/>
            <a:ext cx="1926892" cy="1926892"/>
          </a:xfrm>
          <a:prstGeom prst="donut">
            <a:avLst>
              <a:gd name="adj" fmla="val 8680"/>
            </a:avLst>
          </a:prstGeom>
          <a:gradFill flip="none" rotWithShape="1">
            <a:gsLst>
              <a:gs pos="0">
                <a:srgbClr val="E9B188"/>
              </a:gs>
              <a:gs pos="71000">
                <a:srgbClr val="E9B188"/>
              </a:gs>
              <a:gs pos="100000">
                <a:srgbClr val="E9B188">
                  <a:tint val="23500"/>
                  <a:satMod val="160000"/>
                </a:srgbClr>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0" name="同心圆 15"/>
          <p:cNvSpPr/>
          <p:nvPr/>
        </p:nvSpPr>
        <p:spPr>
          <a:xfrm>
            <a:off x="5332032" y="1232916"/>
            <a:ext cx="1926892" cy="1926892"/>
          </a:xfrm>
          <a:prstGeom prst="donut">
            <a:avLst>
              <a:gd name="adj" fmla="val 8680"/>
            </a:avLst>
          </a:prstGeom>
          <a:gradFill flip="none" rotWithShape="1">
            <a:gsLst>
              <a:gs pos="0">
                <a:srgbClr val="E9B188"/>
              </a:gs>
              <a:gs pos="71000">
                <a:srgbClr val="E9B188"/>
              </a:gs>
              <a:gs pos="100000">
                <a:srgbClr val="E9B188">
                  <a:tint val="23500"/>
                  <a:satMod val="160000"/>
                </a:srgbClr>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1" name="同心圆 16"/>
          <p:cNvSpPr/>
          <p:nvPr/>
        </p:nvSpPr>
        <p:spPr>
          <a:xfrm>
            <a:off x="7432680" y="1232916"/>
            <a:ext cx="1926892" cy="1926892"/>
          </a:xfrm>
          <a:prstGeom prst="donut">
            <a:avLst>
              <a:gd name="adj" fmla="val 8680"/>
            </a:avLst>
          </a:prstGeom>
          <a:gradFill flip="none" rotWithShape="1">
            <a:gsLst>
              <a:gs pos="0">
                <a:srgbClr val="E9B188"/>
              </a:gs>
              <a:gs pos="71000">
                <a:srgbClr val="E9B188"/>
              </a:gs>
              <a:gs pos="100000">
                <a:srgbClr val="E9B188">
                  <a:tint val="23500"/>
                  <a:satMod val="160000"/>
                </a:srgbClr>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2" name="椭圆 11"/>
          <p:cNvSpPr/>
          <p:nvPr/>
        </p:nvSpPr>
        <p:spPr>
          <a:xfrm>
            <a:off x="1055926" y="1232916"/>
            <a:ext cx="499442" cy="499442"/>
          </a:xfrm>
          <a:prstGeom prst="ellipse">
            <a:avLst/>
          </a:prstGeom>
          <a:solidFill>
            <a:srgbClr val="E9B188"/>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13" name="椭圆 12"/>
          <p:cNvSpPr/>
          <p:nvPr/>
        </p:nvSpPr>
        <p:spPr>
          <a:xfrm>
            <a:off x="3245203" y="1232916"/>
            <a:ext cx="499442" cy="499442"/>
          </a:xfrm>
          <a:prstGeom prst="ellipse">
            <a:avLst/>
          </a:prstGeom>
          <a:solidFill>
            <a:srgbClr val="E9B188"/>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4" name="椭圆 13"/>
          <p:cNvSpPr/>
          <p:nvPr/>
        </p:nvSpPr>
        <p:spPr>
          <a:xfrm>
            <a:off x="5518351" y="1232916"/>
            <a:ext cx="499442" cy="499442"/>
          </a:xfrm>
          <a:prstGeom prst="ellipse">
            <a:avLst/>
          </a:prstGeom>
          <a:solidFill>
            <a:srgbClr val="E9B188"/>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15" name="椭圆 14"/>
          <p:cNvSpPr/>
          <p:nvPr/>
        </p:nvSpPr>
        <p:spPr>
          <a:xfrm>
            <a:off x="7620998" y="1232916"/>
            <a:ext cx="499442" cy="499442"/>
          </a:xfrm>
          <a:prstGeom prst="ellipse">
            <a:avLst/>
          </a:prstGeom>
          <a:solidFill>
            <a:srgbClr val="E9B188"/>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16" name="文本框 15"/>
          <p:cNvSpPr txBox="1"/>
          <p:nvPr/>
        </p:nvSpPr>
        <p:spPr>
          <a:xfrm>
            <a:off x="1023547" y="3348977"/>
            <a:ext cx="1798140" cy="306705"/>
          </a:xfrm>
          <a:prstGeom prst="rect">
            <a:avLst/>
          </a:prstGeom>
          <a:noFill/>
        </p:spPr>
        <p:txBody>
          <a:bodyPr wrap="square">
            <a:spAutoFit/>
          </a:bodyPr>
          <a:lstStyle/>
          <a:p>
            <a:pPr algn="ctr"/>
            <a:r>
              <a:rPr lang="en-US" altLang="zh-CN" sz="1400" dirty="0">
                <a:effectLst/>
                <a:latin typeface="微软雅黑" panose="020B0503020204020204" charset="-122"/>
                <a:ea typeface="微软雅黑" panose="020B0503020204020204" charset="-122"/>
                <a:cs typeface="宋体" pitchFamily="2" charset="-122"/>
              </a:rPr>
              <a:t>2.5</a:t>
            </a:r>
            <a:endParaRPr lang="en-US" altLang="zh-CN" sz="1400" dirty="0">
              <a:effectLst/>
              <a:latin typeface="微软雅黑" panose="020B0503020204020204" charset="-122"/>
              <a:ea typeface="微软雅黑" panose="020B0503020204020204" charset="-122"/>
              <a:cs typeface="宋体" pitchFamily="2" charset="-122"/>
            </a:endParaRPr>
          </a:p>
        </p:txBody>
      </p:sp>
      <p:sp>
        <p:nvSpPr>
          <p:cNvPr id="17" name="同心圆 16"/>
          <p:cNvSpPr/>
          <p:nvPr/>
        </p:nvSpPr>
        <p:spPr>
          <a:xfrm>
            <a:off x="9485131" y="1232916"/>
            <a:ext cx="1926892" cy="1926892"/>
          </a:xfrm>
          <a:prstGeom prst="donut">
            <a:avLst>
              <a:gd name="adj" fmla="val 8680"/>
            </a:avLst>
          </a:prstGeom>
          <a:gradFill flip="none" rotWithShape="1">
            <a:gsLst>
              <a:gs pos="0">
                <a:srgbClr val="E9B188"/>
              </a:gs>
              <a:gs pos="71000">
                <a:srgbClr val="E9B188"/>
              </a:gs>
              <a:gs pos="100000">
                <a:srgbClr val="E9B188">
                  <a:tint val="23500"/>
                  <a:satMod val="160000"/>
                </a:srgbClr>
              </a:gs>
            </a:gsLst>
            <a:path path="rect">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8" name="矩形 17"/>
          <p:cNvSpPr/>
          <p:nvPr/>
        </p:nvSpPr>
        <p:spPr>
          <a:xfrm>
            <a:off x="9389165" y="1861383"/>
            <a:ext cx="2100648" cy="458908"/>
          </a:xfrm>
          <a:prstGeom prst="rect">
            <a:avLst/>
          </a:prstGeom>
        </p:spPr>
        <p:txBody>
          <a:bodyPr wrap="square">
            <a:spAutoFit/>
          </a:bodyPr>
          <a:lstStyle/>
          <a:p>
            <a:pPr algn="ctr">
              <a:lnSpc>
                <a:spcPct val="150000"/>
              </a:lnSpc>
            </a:pPr>
            <a:r>
              <a:rPr kumimoji="1" lang="zh-CN" altLang="en-US" dirty="0">
                <a:solidFill>
                  <a:schemeClr val="tx1">
                    <a:lumMod val="65000"/>
                    <a:lumOff val="35000"/>
                  </a:schemeClr>
                </a:solidFill>
                <a:latin typeface="微软雅黑" panose="020B0503020204020204" charset="-122"/>
                <a:ea typeface="微软雅黑" panose="020B0503020204020204" charset="-122"/>
              </a:rPr>
              <a:t>创新</a:t>
            </a:r>
            <a:endParaRPr kumimoji="1" lang="zh-CN" altLang="en-US" dirty="0">
              <a:solidFill>
                <a:srgbClr val="FF0000"/>
              </a:solidFill>
              <a:latin typeface="微软雅黑" panose="020B0503020204020204" charset="-122"/>
              <a:ea typeface="微软雅黑" panose="020B0503020204020204" charset="-122"/>
            </a:endParaRPr>
          </a:p>
        </p:txBody>
      </p:sp>
      <p:sp>
        <p:nvSpPr>
          <p:cNvPr id="19" name="椭圆 18"/>
          <p:cNvSpPr/>
          <p:nvPr/>
        </p:nvSpPr>
        <p:spPr>
          <a:xfrm>
            <a:off x="9581666" y="1232916"/>
            <a:ext cx="499442" cy="499442"/>
          </a:xfrm>
          <a:prstGeom prst="ellipse">
            <a:avLst/>
          </a:prstGeom>
          <a:solidFill>
            <a:srgbClr val="E9B188"/>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20" name="文本框 19"/>
          <p:cNvSpPr txBox="1"/>
          <p:nvPr/>
        </p:nvSpPr>
        <p:spPr>
          <a:xfrm>
            <a:off x="3295760" y="3348977"/>
            <a:ext cx="1798140" cy="307777"/>
          </a:xfrm>
          <a:prstGeom prst="rect">
            <a:avLst/>
          </a:prstGeom>
          <a:noFill/>
        </p:spPr>
        <p:txBody>
          <a:bodyPr wrap="square">
            <a:spAutoFit/>
          </a:bodyPr>
          <a:lstStyle/>
          <a:p>
            <a:pPr algn="ctr"/>
            <a:r>
              <a:rPr lang="en-US" altLang="zh-CN" sz="1400" dirty="0">
                <a:latin typeface="微软雅黑" panose="020B0503020204020204" charset="-122"/>
                <a:ea typeface="微软雅黑" panose="020B0503020204020204" charset="-122"/>
                <a:cs typeface="宋体" pitchFamily="2" charset="-122"/>
              </a:rPr>
              <a:t>3</a:t>
            </a:r>
            <a:endParaRPr lang="zh-CN" altLang="zh-CN" sz="1400" dirty="0">
              <a:effectLst/>
              <a:latin typeface="微软雅黑" panose="020B0503020204020204" charset="-122"/>
              <a:ea typeface="微软雅黑" panose="020B0503020204020204" charset="-122"/>
              <a:cs typeface="宋体" pitchFamily="2" charset="-122"/>
            </a:endParaRPr>
          </a:p>
        </p:txBody>
      </p:sp>
      <p:sp>
        <p:nvSpPr>
          <p:cNvPr id="21" name="文本框 20"/>
          <p:cNvSpPr txBox="1"/>
          <p:nvPr/>
        </p:nvSpPr>
        <p:spPr>
          <a:xfrm>
            <a:off x="5396408" y="3359413"/>
            <a:ext cx="1798140" cy="306705"/>
          </a:xfrm>
          <a:prstGeom prst="rect">
            <a:avLst/>
          </a:prstGeom>
          <a:noFill/>
        </p:spPr>
        <p:txBody>
          <a:bodyPr wrap="square">
            <a:spAutoFit/>
          </a:bodyPr>
          <a:lstStyle/>
          <a:p>
            <a:pPr algn="ctr"/>
            <a:r>
              <a:rPr lang="en-US" altLang="zh-CN" sz="1400" dirty="0">
                <a:effectLst/>
                <a:latin typeface="微软雅黑" panose="020B0503020204020204" charset="-122"/>
                <a:ea typeface="微软雅黑" panose="020B0503020204020204" charset="-122"/>
                <a:cs typeface="宋体" pitchFamily="2" charset="-122"/>
              </a:rPr>
              <a:t>2.5</a:t>
            </a:r>
            <a:endParaRPr lang="en-US" altLang="zh-CN" sz="1400" dirty="0">
              <a:effectLst/>
              <a:latin typeface="微软雅黑" panose="020B0503020204020204" charset="-122"/>
              <a:ea typeface="微软雅黑" panose="020B0503020204020204" charset="-122"/>
              <a:cs typeface="宋体" pitchFamily="2" charset="-122"/>
            </a:endParaRPr>
          </a:p>
        </p:txBody>
      </p:sp>
      <p:sp>
        <p:nvSpPr>
          <p:cNvPr id="22" name="文本框 21"/>
          <p:cNvSpPr txBox="1"/>
          <p:nvPr/>
        </p:nvSpPr>
        <p:spPr>
          <a:xfrm>
            <a:off x="7535737" y="3356519"/>
            <a:ext cx="1798140" cy="306705"/>
          </a:xfrm>
          <a:prstGeom prst="rect">
            <a:avLst/>
          </a:prstGeom>
          <a:noFill/>
        </p:spPr>
        <p:txBody>
          <a:bodyPr wrap="square">
            <a:spAutoFit/>
          </a:bodyPr>
          <a:lstStyle/>
          <a:p>
            <a:pPr algn="ctr"/>
            <a:r>
              <a:rPr lang="en-US" altLang="zh-CN" sz="1400" dirty="0">
                <a:effectLst/>
                <a:latin typeface="微软雅黑" panose="020B0503020204020204" charset="-122"/>
                <a:ea typeface="微软雅黑" panose="020B0503020204020204" charset="-122"/>
                <a:cs typeface="宋体" pitchFamily="2" charset="-122"/>
              </a:rPr>
              <a:t>2.5</a:t>
            </a:r>
            <a:endParaRPr lang="en-US" altLang="zh-CN" sz="1400" dirty="0">
              <a:effectLst/>
              <a:latin typeface="微软雅黑" panose="020B0503020204020204" charset="-122"/>
              <a:ea typeface="微软雅黑" panose="020B0503020204020204" charset="-122"/>
              <a:cs typeface="宋体" pitchFamily="2" charset="-122"/>
            </a:endParaRPr>
          </a:p>
        </p:txBody>
      </p:sp>
      <p:sp>
        <p:nvSpPr>
          <p:cNvPr id="23" name="文本框 22"/>
          <p:cNvSpPr txBox="1"/>
          <p:nvPr/>
        </p:nvSpPr>
        <p:spPr>
          <a:xfrm>
            <a:off x="9613883" y="3331011"/>
            <a:ext cx="1798140" cy="306705"/>
          </a:xfrm>
          <a:prstGeom prst="rect">
            <a:avLst/>
          </a:prstGeom>
          <a:noFill/>
        </p:spPr>
        <p:txBody>
          <a:bodyPr wrap="square">
            <a:spAutoFit/>
          </a:bodyPr>
          <a:lstStyle/>
          <a:p>
            <a:pPr algn="ctr"/>
            <a:r>
              <a:rPr lang="en-US" altLang="zh-CN" sz="1400" dirty="0">
                <a:effectLst/>
                <a:latin typeface="微软雅黑" panose="020B0503020204020204" charset="-122"/>
                <a:ea typeface="微软雅黑" panose="020B0503020204020204" charset="-122"/>
                <a:cs typeface="宋体" pitchFamily="2" charset="-122"/>
              </a:rPr>
              <a:t>2.5</a:t>
            </a:r>
            <a:endParaRPr lang="zh-CN" altLang="zh-CN" sz="1400" dirty="0">
              <a:effectLst/>
              <a:latin typeface="微软雅黑" panose="020B0503020204020204" charset="-122"/>
              <a:ea typeface="微软雅黑" panose="020B0503020204020204" charset="-122"/>
              <a:cs typeface="宋体" pitchFamily="2" charset="-122"/>
            </a:endParaRPr>
          </a:p>
        </p:txBody>
      </p:sp>
      <p:sp>
        <p:nvSpPr>
          <p:cNvPr id="25" name="文本占位符 1"/>
          <p:cNvSpPr txBox="1"/>
          <p:nvPr/>
        </p:nvSpPr>
        <p:spPr>
          <a:xfrm>
            <a:off x="715865" y="213234"/>
            <a:ext cx="4300978" cy="416961"/>
          </a:xfrm>
          <a:prstGeom prst="rect">
            <a:avLst/>
          </a:prstGeom>
        </p:spPr>
        <p:txBody>
          <a:bodyPr/>
          <a:lstStyle>
            <a:lvl1pPr marL="0" indent="0" algn="l" rtl="0" eaLnBrk="0" fontAlgn="base" hangingPunct="0">
              <a:lnSpc>
                <a:spcPct val="90000"/>
              </a:lnSpc>
              <a:spcBef>
                <a:spcPts val="750"/>
              </a:spcBef>
              <a:spcAft>
                <a:spcPct val="0"/>
              </a:spcAft>
              <a:buFont typeface="Arial" panose="020B0604020202090204" pitchFamily="34" charset="0"/>
              <a:buNone/>
              <a:defRPr lang="zh-CN" altLang="en-US" sz="2400" b="1" i="0" kern="1200" dirty="0">
                <a:solidFill>
                  <a:schemeClr val="tx1">
                    <a:lumMod val="75000"/>
                    <a:lumOff val="25000"/>
                  </a:schemeClr>
                </a:solidFill>
                <a:latin typeface="微软雅黑" panose="020B0503020204020204" charset="-122"/>
                <a:ea typeface="微软雅黑" panose="020B0503020204020204" charset="-122"/>
                <a:cs typeface="+mn-cs"/>
                <a:sym typeface="Calibri" panose="020F0502020204030204" pitchFamily="34" charset="0"/>
              </a:defRPr>
            </a:lvl1pPr>
            <a:lvl2pPr marL="514350" indent="-171450" algn="l" rtl="0" eaLnBrk="0" fontAlgn="base" hangingPunct="0">
              <a:lnSpc>
                <a:spcPct val="90000"/>
              </a:lnSpc>
              <a:spcBef>
                <a:spcPts val="375"/>
              </a:spcBef>
              <a:spcAft>
                <a:spcPct val="0"/>
              </a:spcAft>
              <a:buFont typeface="Arial" panose="020B0604020202090204" pitchFamily="34" charset="0"/>
              <a:buChar char="•"/>
              <a:defRPr sz="2000" kern="1200">
                <a:solidFill>
                  <a:srgbClr val="817C7C"/>
                </a:solidFill>
                <a:latin typeface="+mn-lt"/>
                <a:ea typeface="+mn-ea"/>
                <a:cs typeface="+mn-cs"/>
                <a:sym typeface="Calibri" panose="020F0502020204030204" pitchFamily="34" charset="0"/>
              </a:defRPr>
            </a:lvl2pPr>
            <a:lvl3pPr marL="857250" indent="-171450" algn="l" rtl="0" eaLnBrk="0" fontAlgn="base" hangingPunct="0">
              <a:lnSpc>
                <a:spcPct val="90000"/>
              </a:lnSpc>
              <a:spcBef>
                <a:spcPts val="375"/>
              </a:spcBef>
              <a:spcAft>
                <a:spcPct val="0"/>
              </a:spcAft>
              <a:buFont typeface="Arial" panose="020B0604020202090204" pitchFamily="34" charset="0"/>
              <a:buChar char="•"/>
              <a:defRPr kern="1200">
                <a:solidFill>
                  <a:srgbClr val="817C7C"/>
                </a:solidFill>
                <a:latin typeface="+mn-lt"/>
                <a:ea typeface="+mn-ea"/>
                <a:cs typeface="+mn-cs"/>
                <a:sym typeface="Calibri" panose="020F0502020204030204" pitchFamily="34" charset="0"/>
              </a:defRPr>
            </a:lvl3pPr>
            <a:lvl4pPr marL="1200150" indent="-171450" algn="l" rtl="0" eaLnBrk="0" fontAlgn="base" hangingPunct="0">
              <a:lnSpc>
                <a:spcPct val="90000"/>
              </a:lnSpc>
              <a:spcBef>
                <a:spcPts val="375"/>
              </a:spcBef>
              <a:spcAft>
                <a:spcPct val="0"/>
              </a:spcAft>
              <a:buFont typeface="Arial" panose="020B0604020202090204" pitchFamily="34" charset="0"/>
              <a:buChar char="•"/>
              <a:defRPr kern="1200">
                <a:solidFill>
                  <a:srgbClr val="817C7C"/>
                </a:solidFill>
                <a:latin typeface="+mn-lt"/>
                <a:ea typeface="+mn-ea"/>
                <a:cs typeface="+mn-cs"/>
                <a:sym typeface="Calibri" panose="020F0502020204030204" pitchFamily="34" charset="0"/>
              </a:defRPr>
            </a:lvl4pPr>
            <a:lvl5pPr marL="1543050" indent="-171450" algn="l" rtl="0" eaLnBrk="0" fontAlgn="base" hangingPunct="0">
              <a:lnSpc>
                <a:spcPct val="90000"/>
              </a:lnSpc>
              <a:spcBef>
                <a:spcPts val="375"/>
              </a:spcBef>
              <a:spcAft>
                <a:spcPct val="0"/>
              </a:spcAft>
              <a:buFont typeface="Arial" panose="020B0604020202090204" pitchFamily="34" charset="0"/>
              <a:buChar char="•"/>
              <a:defRPr kern="1200">
                <a:solidFill>
                  <a:srgbClr val="817C7C"/>
                </a:solidFill>
                <a:latin typeface="+mn-lt"/>
                <a:ea typeface="+mn-ea"/>
                <a:cs typeface="+mn-cs"/>
                <a:sym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endParaRPr lang="zh-CN" altLang="en-US" dirty="0"/>
          </a:p>
        </p:txBody>
      </p:sp>
      <p:sp>
        <p:nvSpPr>
          <p:cNvPr id="27" name="文本框 26"/>
          <p:cNvSpPr txBox="1"/>
          <p:nvPr/>
        </p:nvSpPr>
        <p:spPr>
          <a:xfrm>
            <a:off x="899132" y="3922102"/>
            <a:ext cx="10450796" cy="1705403"/>
          </a:xfrm>
          <a:prstGeom prst="rect">
            <a:avLst/>
          </a:prstGeom>
          <a:noFill/>
        </p:spPr>
        <p:txBody>
          <a:bodyPr wrap="square">
            <a:spAutoFit/>
          </a:bodyPr>
          <a:lstStyle/>
          <a:p>
            <a:pPr marL="342900" indent="-342900">
              <a:lnSpc>
                <a:spcPct val="150000"/>
              </a:lnSpc>
              <a:buFont typeface="+mj-lt"/>
              <a:buAutoNum type="arabicPeriod"/>
            </a:pPr>
            <a:r>
              <a:rPr lang="zh-CN" altLang="en-US" dirty="0">
                <a:latin typeface="微软雅黑" panose="020B0503020204020204" charset="-122"/>
                <a:ea typeface="微软雅黑" panose="020B0503020204020204" charset="-122"/>
              </a:rPr>
              <a:t>客户为先：对于工单或者业务伙伴提出的问题能够第一时间响应，不分时间快速跟进解决。</a:t>
            </a:r>
            <a:endParaRPr lang="en-US" altLang="zh-CN" dirty="0">
              <a:latin typeface="微软雅黑" panose="020B0503020204020204" charset="-122"/>
              <a:ea typeface="微软雅黑" panose="020B0503020204020204" charset="-122"/>
            </a:endParaRPr>
          </a:p>
          <a:p>
            <a:pPr marL="342900" indent="-342900">
              <a:lnSpc>
                <a:spcPct val="150000"/>
              </a:lnSpc>
              <a:buFont typeface="+mj-lt"/>
              <a:buAutoNum type="arabicPeriod"/>
            </a:pPr>
            <a:r>
              <a:rPr lang="zh-CN" altLang="en-US" dirty="0">
                <a:latin typeface="微软雅黑" panose="020B0503020204020204" charset="-122"/>
                <a:ea typeface="微软雅黑" panose="020B0503020204020204" charset="-122"/>
              </a:rPr>
              <a:t>诚信：工作中存在问题及时反馈，尽早暴露问题，保证交付质量和进度。</a:t>
            </a:r>
            <a:endParaRPr lang="en-US" altLang="zh-CN" dirty="0">
              <a:latin typeface="微软雅黑" panose="020B0503020204020204" charset="-122"/>
              <a:ea typeface="微软雅黑" panose="020B0503020204020204" charset="-122"/>
            </a:endParaRPr>
          </a:p>
          <a:p>
            <a:pPr marL="342900" indent="-342900">
              <a:lnSpc>
                <a:spcPct val="150000"/>
              </a:lnSpc>
              <a:buFont typeface="+mj-lt"/>
              <a:buAutoNum type="arabicPeriod"/>
            </a:pPr>
            <a:r>
              <a:rPr lang="zh-CN" altLang="en-US" dirty="0">
                <a:latin typeface="微软雅黑" panose="020B0503020204020204" charset="-122"/>
                <a:ea typeface="微软雅黑" panose="020B0503020204020204" charset="-122"/>
              </a:rPr>
              <a:t>担当：针对机器人任务成功率，不断进行优化，进行提升。</a:t>
            </a:r>
            <a:endParaRPr lang="en-US" altLang="zh-CN" dirty="0">
              <a:latin typeface="微软雅黑" panose="020B0503020204020204" charset="-122"/>
              <a:ea typeface="微软雅黑" panose="020B0503020204020204" charset="-122"/>
            </a:endParaRPr>
          </a:p>
          <a:p>
            <a:pPr marL="342900" indent="-342900">
              <a:lnSpc>
                <a:spcPct val="150000"/>
              </a:lnSpc>
              <a:buFont typeface="+mj-lt"/>
              <a:buAutoNum type="arabicPeriod"/>
            </a:pPr>
            <a:r>
              <a:rPr lang="zh-CN" altLang="en-US" dirty="0">
                <a:latin typeface="微软雅黑" panose="020B0503020204020204" charset="-122"/>
                <a:ea typeface="微软雅黑" panose="020B0503020204020204" charset="-122"/>
              </a:rPr>
              <a:t>协作：快速响应业务伙伴或上游系统伙伴的需求，配合</a:t>
            </a:r>
            <a:r>
              <a:rPr lang="en-US" altLang="zh-CN" dirty="0">
                <a:latin typeface="微软雅黑" panose="020B0503020204020204" charset="-122"/>
                <a:ea typeface="微软雅黑" panose="020B0503020204020204" charset="-122"/>
              </a:rPr>
              <a:t>U</a:t>
            </a:r>
            <a:r>
              <a:rPr lang="zh-CN" altLang="en-US" dirty="0">
                <a:latin typeface="微软雅黑" panose="020B0503020204020204" charset="-122"/>
                <a:ea typeface="微软雅黑" panose="020B0503020204020204" charset="-122"/>
              </a:rPr>
              <a:t>群完成企微群私加好友防刷的风控策略。</a:t>
            </a:r>
            <a:endParaRPr lang="en-US" altLang="zh-CN" dirty="0">
              <a:latin typeface="微软雅黑" panose="020B0503020204020204" charset="-122"/>
              <a:ea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1426134" y="2204864"/>
            <a:ext cx="9339731" cy="988347"/>
          </a:xfrm>
          <a:prstGeom prst="rect">
            <a:avLst/>
          </a:prstGeom>
          <a:noFill/>
        </p:spPr>
        <p:txBody>
          <a:bodyPr wrap="square" rtlCol="0">
            <a:spAutoFit/>
          </a:bodyPr>
          <a:lstStyle/>
          <a:p>
            <a:pPr lvl="0" algn="ctr">
              <a:lnSpc>
                <a:spcPct val="150000"/>
              </a:lnSpc>
              <a:defRPr/>
            </a:pPr>
            <a:r>
              <a:rPr kumimoji="1" lang="zh-CN" altLang="en-US" sz="4400" b="1" dirty="0">
                <a:solidFill>
                  <a:schemeClr val="tx1">
                    <a:lumMod val="75000"/>
                    <a:lumOff val="25000"/>
                  </a:schemeClr>
                </a:solidFill>
                <a:latin typeface="微软雅黑" panose="020B0503020204020204" charset="-122"/>
                <a:ea typeface="微软雅黑" panose="020B0503020204020204" charset="-122"/>
              </a:rPr>
              <a:t>感谢！</a:t>
            </a:r>
            <a:endParaRPr kumimoji="1" lang="zh-CN" altLang="en-US" sz="4400" b="1" dirty="0">
              <a:solidFill>
                <a:schemeClr val="tx1">
                  <a:lumMod val="75000"/>
                  <a:lumOff val="25000"/>
                </a:schemeClr>
              </a:solidFill>
              <a:latin typeface="微软雅黑" panose="020B0503020204020204" charset="-122"/>
              <a:ea typeface="微软雅黑" panose="020B0503020204020204" charset="-122"/>
            </a:endParaRPr>
          </a:p>
        </p:txBody>
      </p:sp>
      <p:sp>
        <p:nvSpPr>
          <p:cNvPr id="8" name="标题 4"/>
          <p:cNvSpPr txBox="1"/>
          <p:nvPr/>
        </p:nvSpPr>
        <p:spPr>
          <a:xfrm>
            <a:off x="4432558" y="3573016"/>
            <a:ext cx="3326881" cy="553085"/>
          </a:xfrm>
          <a:prstGeom prst="rect">
            <a:avLst/>
          </a:prstGeom>
        </p:spPr>
        <p:txBody>
          <a:bodyPr wrap="square">
            <a:spAutoFit/>
          </a:bodyPr>
          <a:lstStyle>
            <a:lvl1pPr algn="l" rtl="0" eaLnBrk="1" fontAlgn="base" hangingPunct="1">
              <a:spcBef>
                <a:spcPct val="0"/>
              </a:spcBef>
              <a:spcAft>
                <a:spcPct val="0"/>
              </a:spcAft>
              <a:defRPr sz="2165">
                <a:solidFill>
                  <a:srgbClr val="E11B22"/>
                </a:solidFill>
                <a:latin typeface="+mj-lt"/>
                <a:ea typeface="+mj-ea"/>
                <a:cs typeface="+mj-cs"/>
              </a:defRPr>
            </a:lvl1pPr>
            <a:lvl2pPr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2pPr>
            <a:lvl3pPr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3pPr>
            <a:lvl4pPr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4pPr>
            <a:lvl5pPr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5pPr>
            <a:lvl6pPr marL="495300"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6pPr>
            <a:lvl7pPr marL="990600"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7pPr>
            <a:lvl8pPr marL="1485900"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8pPr>
            <a:lvl9pPr marL="1981200" algn="l" rtl="0" eaLnBrk="1" fontAlgn="base" hangingPunct="1">
              <a:spcBef>
                <a:spcPct val="0"/>
              </a:spcBef>
              <a:spcAft>
                <a:spcPct val="0"/>
              </a:spcAft>
              <a:defRPr sz="2165">
                <a:solidFill>
                  <a:srgbClr val="E11B22"/>
                </a:solidFill>
                <a:latin typeface="Arial" panose="020B0604020202090204" pitchFamily="34" charset="0"/>
                <a:ea typeface="MS PGothic" panose="020B0600070205080204" pitchFamily="108" charset="-128"/>
              </a:defRPr>
            </a:lvl9pPr>
          </a:lstStyle>
          <a:p>
            <a:pPr marL="0" marR="0" lvl="0" indent="0" algn="ctr" defTabSz="914400" rtl="0" eaLnBrk="1" fontAlgn="base" latinLnBrk="0" hangingPunct="1">
              <a:lnSpc>
                <a:spcPct val="150000"/>
              </a:lnSpc>
              <a:spcBef>
                <a:spcPct val="0"/>
              </a:spcBef>
              <a:spcAft>
                <a:spcPct val="0"/>
              </a:spcAft>
              <a:buClrTx/>
              <a:buSzTx/>
              <a:buFontTx/>
              <a:buNone/>
              <a:defRPr/>
            </a:pPr>
            <a:r>
              <a:rPr kumimoji="1" lang="zh-CN" altLang="en-US" sz="2000" dirty="0">
                <a:solidFill>
                  <a:schemeClr val="tx1">
                    <a:lumMod val="75000"/>
                    <a:lumOff val="25000"/>
                  </a:schemeClr>
                </a:solidFill>
                <a:latin typeface="微软雅黑" panose="020B0503020204020204" charset="-122"/>
                <a:ea typeface="微软雅黑" panose="020B0503020204020204" charset="-122"/>
                <a:cs typeface="Arial" panose="020B0604020202090204" pitchFamily="34" charset="0"/>
              </a:rPr>
              <a:t>述职人：</a:t>
            </a:r>
            <a:r>
              <a:rPr kumimoji="1" lang="zh-CN" altLang="en-US" sz="2000" dirty="0">
                <a:solidFill>
                  <a:schemeClr val="tx1">
                    <a:lumMod val="75000"/>
                    <a:lumOff val="25000"/>
                  </a:schemeClr>
                </a:solidFill>
                <a:latin typeface="微软雅黑" panose="020B0503020204020204" charset="-122"/>
                <a:ea typeface="微软雅黑" panose="020B0503020204020204" charset="-122"/>
                <a:cs typeface="Arial" panose="020B0604020202090204" pitchFamily="34" charset="0"/>
              </a:rPr>
              <a:t>张泽灵</a:t>
            </a:r>
            <a:endParaRPr kumimoji="1" lang="zh-CN" altLang="en-US" sz="2000" dirty="0">
              <a:solidFill>
                <a:schemeClr val="tx1">
                  <a:lumMod val="75000"/>
                  <a:lumOff val="25000"/>
                </a:schemeClr>
              </a:solidFill>
              <a:latin typeface="微软雅黑" panose="020B0503020204020204" charset="-122"/>
              <a:ea typeface="微软雅黑" panose="020B0503020204020204" charset="-122"/>
              <a:cs typeface="Arial" panose="020B0604020202090204"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p:cNvSpPr>
            <a:spLocks noGrp="1"/>
          </p:cNvSpPr>
          <p:nvPr>
            <p:ph type="body" sz="quarter" idx="10"/>
          </p:nvPr>
        </p:nvSpPr>
        <p:spPr>
          <a:xfrm>
            <a:off x="695400" y="260648"/>
            <a:ext cx="7112000" cy="416877"/>
          </a:xfrm>
        </p:spPr>
        <p:txBody>
          <a:bodyPr>
            <a:normAutofit lnSpcReduction="10000"/>
          </a:bodyPr>
          <a:lstStyle/>
          <a:p>
            <a:r>
              <a:rPr lang="zh-CN" altLang="en-US" dirty="0"/>
              <a:t>附：</a:t>
            </a:r>
            <a:r>
              <a:rPr lang="en-US" altLang="zh-CN" dirty="0"/>
              <a:t>STAR</a:t>
            </a:r>
            <a:r>
              <a:rPr lang="zh-CN" altLang="en-US" dirty="0"/>
              <a:t>原则</a:t>
            </a:r>
            <a:endParaRPr lang="zh-CN" altLang="en-US" dirty="0"/>
          </a:p>
        </p:txBody>
      </p:sp>
      <p:sp>
        <p:nvSpPr>
          <p:cNvPr id="4" name="矩形 3"/>
          <p:cNvSpPr/>
          <p:nvPr/>
        </p:nvSpPr>
        <p:spPr>
          <a:xfrm>
            <a:off x="909541" y="1123653"/>
            <a:ext cx="10715398" cy="369332"/>
          </a:xfrm>
          <a:prstGeom prst="rect">
            <a:avLst/>
          </a:prstGeom>
        </p:spPr>
        <p:txBody>
          <a:bodyPr wrap="square">
            <a:spAutoFit/>
          </a:bodyPr>
          <a:lstStyle/>
          <a:p>
            <a:pPr>
              <a:spcBef>
                <a:spcPts val="600"/>
              </a:spcBef>
            </a:pPr>
            <a:r>
              <a:rPr kumimoji="1" lang="zh-CN" altLang="en-US" b="1" dirty="0">
                <a:latin typeface="微软雅黑" panose="020B0503020204020204" charset="-122"/>
                <a:ea typeface="微软雅黑" panose="020B0503020204020204" charset="-122"/>
              </a:rPr>
              <a:t>请举出具体的实例，证据详实的表明自己具备相应能力（利用</a:t>
            </a:r>
            <a:r>
              <a:rPr kumimoji="1" lang="en-US" altLang="zh-CN" b="1" dirty="0">
                <a:latin typeface="微软雅黑" panose="020B0503020204020204" charset="-122"/>
                <a:ea typeface="微软雅黑" panose="020B0503020204020204" charset="-122"/>
              </a:rPr>
              <a:t>STAR</a:t>
            </a:r>
            <a:r>
              <a:rPr kumimoji="1" lang="zh-CN" altLang="en-US" b="1" dirty="0">
                <a:latin typeface="微软雅黑" panose="020B0503020204020204" charset="-122"/>
                <a:ea typeface="微软雅黑" panose="020B0503020204020204" charset="-122"/>
              </a:rPr>
              <a:t>原则）</a:t>
            </a:r>
            <a:endParaRPr kumimoji="1" lang="en-US" altLang="zh-CN" dirty="0">
              <a:latin typeface="微软雅黑" panose="020B0503020204020204" charset="-122"/>
              <a:ea typeface="微软雅黑" panose="020B0503020204020204" charset="-122"/>
            </a:endParaRPr>
          </a:p>
        </p:txBody>
      </p:sp>
      <p:sp>
        <p:nvSpPr>
          <p:cNvPr id="6" name="矩形 5"/>
          <p:cNvSpPr/>
          <p:nvPr/>
        </p:nvSpPr>
        <p:spPr>
          <a:xfrm>
            <a:off x="1124889" y="1811893"/>
            <a:ext cx="10870164" cy="4185761"/>
          </a:xfrm>
          <a:prstGeom prst="rect">
            <a:avLst/>
          </a:prstGeom>
        </p:spPr>
        <p:txBody>
          <a:bodyPr wrap="square">
            <a:spAutoFit/>
          </a:bodyPr>
          <a:lstStyle/>
          <a:p>
            <a:r>
              <a:rPr lang="en-US" altLang="zh-CN" sz="1400" b="1" dirty="0">
                <a:latin typeface="微软雅黑" panose="020B0503020204020204" charset="-122"/>
                <a:ea typeface="微软雅黑" panose="020B0503020204020204" charset="-122"/>
              </a:rPr>
              <a:t>STAR</a:t>
            </a:r>
            <a:r>
              <a:rPr lang="zh-CN" altLang="en-US" sz="1400" b="1" dirty="0">
                <a:latin typeface="微软雅黑" panose="020B0503020204020204" charset="-122"/>
                <a:ea typeface="微软雅黑" panose="020B0503020204020204" charset="-122"/>
              </a:rPr>
              <a:t>原则</a:t>
            </a:r>
            <a:endParaRPr lang="en-US" altLang="zh-CN" sz="1400" b="1" dirty="0">
              <a:latin typeface="微软雅黑" panose="020B0503020204020204" charset="-122"/>
              <a:ea typeface="微软雅黑" panose="020B0503020204020204" charset="-122"/>
            </a:endParaRPr>
          </a:p>
          <a:p>
            <a:r>
              <a:rPr lang="zh-CN" altLang="en-US" sz="1400" dirty="0">
                <a:latin typeface="微软雅黑" panose="020B0503020204020204" charset="-122"/>
                <a:ea typeface="微软雅黑" panose="020B0503020204020204" charset="-122"/>
              </a:rPr>
              <a:t>1、S指的是situation,中文含义是情景，从事岗位期间曾经做过的某件重要的且可以当作我们考评标准的事件的所发生的背景状况。</a:t>
            </a:r>
            <a:endParaRPr lang="en-US" altLang="zh-CN" sz="1400" dirty="0">
              <a:latin typeface="微软雅黑" panose="020B0503020204020204" charset="-122"/>
              <a:ea typeface="微软雅黑" panose="020B0503020204020204" charset="-122"/>
            </a:endParaRPr>
          </a:p>
          <a:p>
            <a:r>
              <a:rPr lang="zh-CN" altLang="en-US" sz="1400" dirty="0">
                <a:latin typeface="微软雅黑" panose="020B0503020204020204" charset="-122"/>
                <a:ea typeface="微软雅黑" panose="020B0503020204020204" charset="-122"/>
              </a:rPr>
              <a:t>2、T指的是task，中文含义为任务，竞聘者在其背景环境中所执行的任务与角色。</a:t>
            </a:r>
            <a:endParaRPr lang="en-US" altLang="zh-CN" sz="1400" dirty="0">
              <a:latin typeface="微软雅黑" panose="020B0503020204020204" charset="-122"/>
              <a:ea typeface="微软雅黑" panose="020B0503020204020204" charset="-122"/>
            </a:endParaRPr>
          </a:p>
          <a:p>
            <a:r>
              <a:rPr lang="zh-CN" altLang="en-US" sz="1400" dirty="0">
                <a:latin typeface="微软雅黑" panose="020B0503020204020204" charset="-122"/>
                <a:ea typeface="微软雅黑" panose="020B0503020204020204" charset="-122"/>
              </a:rPr>
              <a:t>3、A指的是action,中文含义是行动，竞聘者在其所描述的任务当中所担任的角色是如何操作与执行任务的。</a:t>
            </a:r>
            <a:endParaRPr lang="en-US" altLang="zh-CN" sz="1400" dirty="0">
              <a:latin typeface="微软雅黑" panose="020B0503020204020204" charset="-122"/>
              <a:ea typeface="微软雅黑" panose="020B0503020204020204" charset="-122"/>
            </a:endParaRPr>
          </a:p>
          <a:p>
            <a:r>
              <a:rPr lang="zh-CN" altLang="en-US" sz="1400" dirty="0">
                <a:latin typeface="微软雅黑" panose="020B0503020204020204" charset="-122"/>
                <a:ea typeface="微软雅黑" panose="020B0503020204020204" charset="-122"/>
              </a:rPr>
              <a:t>4、R指的是result,中文含义为结果，即该项任务在行动后所达到的效果。</a:t>
            </a:r>
            <a:endParaRPr lang="en-US" altLang="zh-CN" sz="1400" dirty="0">
              <a:latin typeface="微软雅黑" panose="020B0503020204020204" charset="-122"/>
              <a:ea typeface="微软雅黑" panose="020B0503020204020204" charset="-122"/>
            </a:endParaRPr>
          </a:p>
          <a:p>
            <a:endParaRPr lang="en-US" altLang="zh-CN" sz="1400" b="1" dirty="0">
              <a:latin typeface="微软雅黑" panose="020B0503020204020204" charset="-122"/>
              <a:ea typeface="微软雅黑" panose="020B0503020204020204" charset="-122"/>
            </a:endParaRPr>
          </a:p>
          <a:p>
            <a:r>
              <a:rPr lang="zh-CN" altLang="en-US" sz="1400" b="1" dirty="0">
                <a:latin typeface="微软雅黑" panose="020B0503020204020204" charset="-122"/>
                <a:ea typeface="微软雅黑" panose="020B0503020204020204" charset="-122"/>
              </a:rPr>
              <a:t>举例</a:t>
            </a:r>
            <a:endParaRPr lang="en-US" altLang="zh-CN" sz="1400" b="1" dirty="0">
              <a:latin typeface="微软雅黑" panose="020B0503020204020204" charset="-122"/>
              <a:ea typeface="微软雅黑" panose="020B0503020204020204" charset="-122"/>
            </a:endParaRPr>
          </a:p>
          <a:p>
            <a:r>
              <a:rPr lang="en-US" altLang="zh-CN" sz="1400" b="1" dirty="0">
                <a:latin typeface="微软雅黑" panose="020B0503020204020204" charset="-122"/>
                <a:ea typeface="微软雅黑" panose="020B0503020204020204" charset="-122"/>
              </a:rPr>
              <a:t>S-</a:t>
            </a:r>
            <a:r>
              <a:rPr lang="zh-CN" altLang="zh-CN" sz="1400" b="1" dirty="0">
                <a:latin typeface="微软雅黑" panose="020B0503020204020204" charset="-122"/>
                <a:ea typeface="微软雅黑" panose="020B0503020204020204" charset="-122"/>
              </a:rPr>
              <a:t>（</a:t>
            </a:r>
            <a:r>
              <a:rPr lang="en-US" altLang="zh-CN" sz="1400" b="1" dirty="0">
                <a:latin typeface="微软雅黑" panose="020B0503020204020204" charset="-122"/>
                <a:ea typeface="微软雅黑" panose="020B0503020204020204" charset="-122"/>
              </a:rPr>
              <a:t>Situation</a:t>
            </a:r>
            <a:r>
              <a:rPr lang="zh-CN" altLang="zh-CN" sz="1400" b="1" dirty="0">
                <a:latin typeface="微软雅黑" panose="020B0503020204020204" charset="-122"/>
                <a:ea typeface="微软雅黑" panose="020B0503020204020204" charset="-122"/>
              </a:rPr>
              <a:t>）情境：</a:t>
            </a:r>
            <a:endParaRPr lang="zh-CN" altLang="zh-CN" sz="1400" dirty="0">
              <a:latin typeface="微软雅黑" panose="020B0503020204020204" charset="-122"/>
              <a:ea typeface="微软雅黑" panose="020B0503020204020204" charset="-122"/>
            </a:endParaRPr>
          </a:p>
          <a:p>
            <a:r>
              <a:rPr lang="zh-CN" altLang="zh-CN" sz="1400" dirty="0">
                <a:latin typeface="微软雅黑" panose="020B0503020204020204" charset="-122"/>
                <a:ea typeface="微软雅黑" panose="020B0503020204020204" charset="-122"/>
              </a:rPr>
              <a:t>你的项目是在什么背景下制作的，要在什么情况下应用。</a:t>
            </a:r>
            <a:endParaRPr lang="zh-CN" altLang="zh-CN" sz="1400" dirty="0">
              <a:latin typeface="微软雅黑" panose="020B0503020204020204" charset="-122"/>
              <a:ea typeface="微软雅黑" panose="020B0503020204020204" charset="-122"/>
            </a:endParaRPr>
          </a:p>
          <a:p>
            <a:r>
              <a:rPr lang="zh-CN" altLang="zh-CN" sz="1400" dirty="0">
                <a:latin typeface="微软雅黑" panose="020B0503020204020204" charset="-122"/>
                <a:ea typeface="微软雅黑" panose="020B0503020204020204" charset="-122"/>
              </a:rPr>
              <a:t>比如：为了用户可以更好的体验</a:t>
            </a:r>
            <a:r>
              <a:rPr lang="en-US" altLang="zh-CN" sz="1400" dirty="0">
                <a:latin typeface="微软雅黑" panose="020B0503020204020204" charset="-122"/>
                <a:ea typeface="微软雅黑" panose="020B0503020204020204" charset="-122"/>
              </a:rPr>
              <a:t>xxx</a:t>
            </a:r>
            <a:r>
              <a:rPr lang="zh-CN" altLang="zh-CN" sz="1400" dirty="0">
                <a:latin typeface="微软雅黑" panose="020B0503020204020204" charset="-122"/>
                <a:ea typeface="微软雅黑" panose="020B0503020204020204" charset="-122"/>
              </a:rPr>
              <a:t>，公司研发了</a:t>
            </a:r>
            <a:r>
              <a:rPr lang="en-US" altLang="zh-CN" sz="1400" dirty="0">
                <a:latin typeface="微软雅黑" panose="020B0503020204020204" charset="-122"/>
                <a:ea typeface="微软雅黑" panose="020B0503020204020204" charset="-122"/>
              </a:rPr>
              <a:t>xxx</a:t>
            </a:r>
            <a:r>
              <a:rPr lang="zh-CN" altLang="zh-CN" sz="1400" dirty="0">
                <a:latin typeface="微软雅黑" panose="020B0503020204020204" charset="-122"/>
                <a:ea typeface="微软雅黑" panose="020B0503020204020204" charset="-122"/>
              </a:rPr>
              <a:t>，该项目主要针对</a:t>
            </a:r>
            <a:r>
              <a:rPr lang="en-US" altLang="zh-CN" sz="1400" dirty="0">
                <a:latin typeface="微软雅黑" panose="020B0503020204020204" charset="-122"/>
                <a:ea typeface="微软雅黑" panose="020B0503020204020204" charset="-122"/>
              </a:rPr>
              <a:t>xx</a:t>
            </a:r>
            <a:r>
              <a:rPr lang="zh-CN" altLang="zh-CN" sz="1400" dirty="0">
                <a:latin typeface="微软雅黑" panose="020B0503020204020204" charset="-122"/>
                <a:ea typeface="微软雅黑" panose="020B0503020204020204" charset="-122"/>
              </a:rPr>
              <a:t>用户，由</a:t>
            </a:r>
            <a:r>
              <a:rPr lang="en-US" altLang="zh-CN" sz="1400" dirty="0">
                <a:latin typeface="微软雅黑" panose="020B0503020204020204" charset="-122"/>
                <a:ea typeface="微软雅黑" panose="020B0503020204020204" charset="-122"/>
              </a:rPr>
              <a:t>xxx</a:t>
            </a:r>
            <a:r>
              <a:rPr lang="zh-CN" altLang="zh-CN" sz="1400" dirty="0">
                <a:latin typeface="微软雅黑" panose="020B0503020204020204" charset="-122"/>
                <a:ea typeface="微软雅黑" panose="020B0503020204020204" charset="-122"/>
              </a:rPr>
              <a:t>和</a:t>
            </a:r>
            <a:r>
              <a:rPr lang="en-US" altLang="zh-CN" sz="1400" dirty="0">
                <a:latin typeface="微软雅黑" panose="020B0503020204020204" charset="-122"/>
                <a:ea typeface="微软雅黑" panose="020B0503020204020204" charset="-122"/>
              </a:rPr>
              <a:t>xxx</a:t>
            </a:r>
            <a:r>
              <a:rPr lang="zh-CN" altLang="zh-CN" sz="1400" dirty="0">
                <a:latin typeface="微软雅黑" panose="020B0503020204020204" charset="-122"/>
                <a:ea typeface="微软雅黑" panose="020B0503020204020204" charset="-122"/>
              </a:rPr>
              <a:t>系统或架构组成，由</a:t>
            </a:r>
            <a:r>
              <a:rPr lang="en-US" altLang="zh-CN" sz="1400" dirty="0">
                <a:latin typeface="微软雅黑" panose="020B0503020204020204" charset="-122"/>
                <a:ea typeface="微软雅黑" panose="020B0503020204020204" charset="-122"/>
              </a:rPr>
              <a:t>xx</a:t>
            </a:r>
            <a:r>
              <a:rPr lang="zh-CN" altLang="zh-CN" sz="1400" dirty="0">
                <a:latin typeface="微软雅黑" panose="020B0503020204020204" charset="-122"/>
                <a:ea typeface="微软雅黑" panose="020B0503020204020204" charset="-122"/>
              </a:rPr>
              <a:t>语言编写等等。</a:t>
            </a:r>
            <a:endParaRPr lang="zh-CN" altLang="zh-CN" sz="1400" dirty="0">
              <a:latin typeface="微软雅黑" panose="020B0503020204020204" charset="-122"/>
              <a:ea typeface="微软雅黑" panose="020B0503020204020204" charset="-122"/>
            </a:endParaRPr>
          </a:p>
          <a:p>
            <a:r>
              <a:rPr lang="en-US" altLang="zh-CN" sz="1400" b="1" dirty="0">
                <a:latin typeface="微软雅黑" panose="020B0503020204020204" charset="-122"/>
                <a:ea typeface="微软雅黑" panose="020B0503020204020204" charset="-122"/>
              </a:rPr>
              <a:t>T-</a:t>
            </a:r>
            <a:r>
              <a:rPr lang="zh-CN" altLang="zh-CN" sz="1400" b="1" dirty="0">
                <a:latin typeface="微软雅黑" panose="020B0503020204020204" charset="-122"/>
                <a:ea typeface="微软雅黑" panose="020B0503020204020204" charset="-122"/>
              </a:rPr>
              <a:t>（</a:t>
            </a:r>
            <a:r>
              <a:rPr lang="en-US" altLang="zh-CN" sz="1400" b="1" dirty="0">
                <a:latin typeface="微软雅黑" panose="020B0503020204020204" charset="-122"/>
                <a:ea typeface="微软雅黑" panose="020B0503020204020204" charset="-122"/>
              </a:rPr>
              <a:t>Target</a:t>
            </a:r>
            <a:r>
              <a:rPr lang="zh-CN" altLang="zh-CN" sz="1400" b="1" dirty="0">
                <a:latin typeface="微软雅黑" panose="020B0503020204020204" charset="-122"/>
                <a:ea typeface="微软雅黑" panose="020B0503020204020204" charset="-122"/>
              </a:rPr>
              <a:t>）任务</a:t>
            </a:r>
            <a:r>
              <a:rPr lang="en-US" altLang="zh-CN" sz="1400" b="1" dirty="0">
                <a:latin typeface="微软雅黑" panose="020B0503020204020204" charset="-122"/>
                <a:ea typeface="微软雅黑" panose="020B0503020204020204" charset="-122"/>
              </a:rPr>
              <a:t>/</a:t>
            </a:r>
            <a:r>
              <a:rPr lang="zh-CN" altLang="zh-CN" sz="1400" b="1" dirty="0">
                <a:latin typeface="微软雅黑" panose="020B0503020204020204" charset="-122"/>
                <a:ea typeface="微软雅黑" panose="020B0503020204020204" charset="-122"/>
              </a:rPr>
              <a:t>目标：</a:t>
            </a:r>
            <a:endParaRPr lang="zh-CN" altLang="zh-CN" sz="1400" dirty="0">
              <a:latin typeface="微软雅黑" panose="020B0503020204020204" charset="-122"/>
              <a:ea typeface="微软雅黑" panose="020B0503020204020204" charset="-122"/>
            </a:endParaRPr>
          </a:p>
          <a:p>
            <a:r>
              <a:rPr lang="zh-CN" altLang="zh-CN" sz="1400" dirty="0">
                <a:latin typeface="微软雅黑" panose="020B0503020204020204" charset="-122"/>
                <a:ea typeface="微软雅黑" panose="020B0503020204020204" charset="-122"/>
              </a:rPr>
              <a:t>你在该项目中主要负责什么，目标是什么。</a:t>
            </a:r>
            <a:endParaRPr lang="zh-CN" altLang="zh-CN" sz="1400" dirty="0">
              <a:latin typeface="微软雅黑" panose="020B0503020204020204" charset="-122"/>
              <a:ea typeface="微软雅黑" panose="020B0503020204020204" charset="-122"/>
            </a:endParaRPr>
          </a:p>
          <a:p>
            <a:r>
              <a:rPr lang="zh-CN" altLang="zh-CN" sz="1400" dirty="0">
                <a:latin typeface="微软雅黑" panose="020B0503020204020204" charset="-122"/>
                <a:ea typeface="微软雅黑" panose="020B0503020204020204" charset="-122"/>
              </a:rPr>
              <a:t>比如：我主要负责</a:t>
            </a:r>
            <a:r>
              <a:rPr lang="en-US" altLang="zh-CN" sz="1400" dirty="0">
                <a:latin typeface="微软雅黑" panose="020B0503020204020204" charset="-122"/>
                <a:ea typeface="微软雅黑" panose="020B0503020204020204" charset="-122"/>
              </a:rPr>
              <a:t>xxx</a:t>
            </a:r>
            <a:r>
              <a:rPr lang="zh-CN" altLang="zh-CN" sz="1400" dirty="0">
                <a:latin typeface="微软雅黑" panose="020B0503020204020204" charset="-122"/>
                <a:ea typeface="微软雅黑" panose="020B0503020204020204" charset="-122"/>
              </a:rPr>
              <a:t>，它是用来</a:t>
            </a:r>
            <a:r>
              <a:rPr lang="en-US" altLang="zh-CN" sz="1400" dirty="0">
                <a:latin typeface="微软雅黑" panose="020B0503020204020204" charset="-122"/>
                <a:ea typeface="微软雅黑" panose="020B0503020204020204" charset="-122"/>
              </a:rPr>
              <a:t>xxx</a:t>
            </a:r>
            <a:r>
              <a:rPr lang="zh-CN" altLang="zh-CN" sz="1400" dirty="0">
                <a:latin typeface="微软雅黑" panose="020B0503020204020204" charset="-122"/>
                <a:ea typeface="微软雅黑" panose="020B0503020204020204" charset="-122"/>
              </a:rPr>
              <a:t>的，并且我负责报告的设计以及最终评审通过等。</a:t>
            </a:r>
            <a:endParaRPr lang="zh-CN" altLang="zh-CN" sz="1400" dirty="0">
              <a:latin typeface="微软雅黑" panose="020B0503020204020204" charset="-122"/>
              <a:ea typeface="微软雅黑" panose="020B0503020204020204" charset="-122"/>
            </a:endParaRPr>
          </a:p>
          <a:p>
            <a:r>
              <a:rPr lang="en-US" altLang="zh-CN" sz="1400" b="1" dirty="0">
                <a:latin typeface="微软雅黑" panose="020B0503020204020204" charset="-122"/>
                <a:ea typeface="微软雅黑" panose="020B0503020204020204" charset="-122"/>
              </a:rPr>
              <a:t>A-</a:t>
            </a:r>
            <a:r>
              <a:rPr lang="zh-CN" altLang="zh-CN" sz="1400" b="1" dirty="0">
                <a:latin typeface="微软雅黑" panose="020B0503020204020204" charset="-122"/>
                <a:ea typeface="微软雅黑" panose="020B0503020204020204" charset="-122"/>
              </a:rPr>
              <a:t>（</a:t>
            </a:r>
            <a:r>
              <a:rPr lang="en-US" altLang="zh-CN" sz="1400" b="1" dirty="0">
                <a:latin typeface="微软雅黑" panose="020B0503020204020204" charset="-122"/>
                <a:ea typeface="微软雅黑" panose="020B0503020204020204" charset="-122"/>
              </a:rPr>
              <a:t>Action</a:t>
            </a:r>
            <a:r>
              <a:rPr lang="zh-CN" altLang="zh-CN" sz="1400" b="1" dirty="0">
                <a:latin typeface="微软雅黑" panose="020B0503020204020204" charset="-122"/>
                <a:ea typeface="微软雅黑" panose="020B0503020204020204" charset="-122"/>
              </a:rPr>
              <a:t>）行动：</a:t>
            </a:r>
            <a:endParaRPr lang="zh-CN" altLang="zh-CN" sz="1400" dirty="0">
              <a:latin typeface="微软雅黑" panose="020B0503020204020204" charset="-122"/>
              <a:ea typeface="微软雅黑" panose="020B0503020204020204" charset="-122"/>
            </a:endParaRPr>
          </a:p>
          <a:p>
            <a:r>
              <a:rPr lang="zh-CN" altLang="zh-CN" sz="1400" dirty="0">
                <a:latin typeface="微软雅黑" panose="020B0503020204020204" charset="-122"/>
                <a:ea typeface="微软雅黑" panose="020B0503020204020204" charset="-122"/>
              </a:rPr>
              <a:t>你在这个目标达成的过程中做了什么。</a:t>
            </a:r>
            <a:endParaRPr lang="zh-CN" altLang="zh-CN" sz="1400" dirty="0">
              <a:latin typeface="微软雅黑" panose="020B0503020204020204" charset="-122"/>
              <a:ea typeface="微软雅黑" panose="020B0503020204020204" charset="-122"/>
            </a:endParaRPr>
          </a:p>
          <a:p>
            <a:r>
              <a:rPr lang="zh-CN" altLang="zh-CN" sz="1400" dirty="0">
                <a:latin typeface="微软雅黑" panose="020B0503020204020204" charset="-122"/>
                <a:ea typeface="微软雅黑" panose="020B0503020204020204" charset="-122"/>
              </a:rPr>
              <a:t>比如：使用</a:t>
            </a:r>
            <a:r>
              <a:rPr lang="en-US" altLang="zh-CN" sz="1400" dirty="0">
                <a:latin typeface="微软雅黑" panose="020B0503020204020204" charset="-122"/>
                <a:ea typeface="微软雅黑" panose="020B0503020204020204" charset="-122"/>
              </a:rPr>
              <a:t>xx</a:t>
            </a:r>
            <a:r>
              <a:rPr lang="zh-CN" altLang="zh-CN" sz="1400" dirty="0">
                <a:latin typeface="微软雅黑" panose="020B0503020204020204" charset="-122"/>
                <a:ea typeface="微软雅黑" panose="020B0503020204020204" charset="-122"/>
              </a:rPr>
              <a:t>管理用例的编写，通过</a:t>
            </a:r>
            <a:r>
              <a:rPr lang="en-US" altLang="zh-CN" sz="1400" dirty="0">
                <a:latin typeface="微软雅黑" panose="020B0503020204020204" charset="-122"/>
                <a:ea typeface="微软雅黑" panose="020B0503020204020204" charset="-122"/>
              </a:rPr>
              <a:t>xx</a:t>
            </a:r>
            <a:r>
              <a:rPr lang="zh-CN" altLang="zh-CN" sz="1400" dirty="0">
                <a:latin typeface="微软雅黑" panose="020B0503020204020204" charset="-122"/>
                <a:ea typeface="微软雅黑" panose="020B0503020204020204" charset="-122"/>
              </a:rPr>
              <a:t>管理代码和版本，使用</a:t>
            </a:r>
            <a:r>
              <a:rPr lang="en-US" altLang="zh-CN" sz="1400" dirty="0">
                <a:latin typeface="微软雅黑" panose="020B0503020204020204" charset="-122"/>
                <a:ea typeface="微软雅黑" panose="020B0503020204020204" charset="-122"/>
              </a:rPr>
              <a:t>xx</a:t>
            </a:r>
            <a:r>
              <a:rPr lang="zh-CN" altLang="zh-CN" sz="1400" dirty="0">
                <a:latin typeface="微软雅黑" panose="020B0503020204020204" charset="-122"/>
                <a:ea typeface="微软雅黑" panose="020B0503020204020204" charset="-122"/>
              </a:rPr>
              <a:t>工具做了什么，我对该模块的工作使用了</a:t>
            </a:r>
            <a:r>
              <a:rPr lang="en-US" altLang="zh-CN" sz="1400" dirty="0">
                <a:latin typeface="微软雅黑" panose="020B0503020204020204" charset="-122"/>
                <a:ea typeface="微软雅黑" panose="020B0503020204020204" charset="-122"/>
              </a:rPr>
              <a:t>xx</a:t>
            </a:r>
            <a:r>
              <a:rPr lang="zh-CN" altLang="zh-CN" sz="1400" dirty="0">
                <a:latin typeface="微软雅黑" panose="020B0503020204020204" charset="-122"/>
                <a:ea typeface="微软雅黑" panose="020B0503020204020204" charset="-122"/>
              </a:rPr>
              <a:t>技术等等。</a:t>
            </a:r>
            <a:endParaRPr lang="zh-CN" altLang="zh-CN" sz="1400" dirty="0">
              <a:latin typeface="微软雅黑" panose="020B0503020204020204" charset="-122"/>
              <a:ea typeface="微软雅黑" panose="020B0503020204020204" charset="-122"/>
            </a:endParaRPr>
          </a:p>
          <a:p>
            <a:r>
              <a:rPr lang="en-US" altLang="zh-CN" sz="1400" b="1" dirty="0">
                <a:latin typeface="微软雅黑" panose="020B0503020204020204" charset="-122"/>
                <a:ea typeface="微软雅黑" panose="020B0503020204020204" charset="-122"/>
              </a:rPr>
              <a:t>R-</a:t>
            </a:r>
            <a:r>
              <a:rPr lang="zh-CN" altLang="zh-CN" sz="1400" b="1" dirty="0">
                <a:latin typeface="微软雅黑" panose="020B0503020204020204" charset="-122"/>
                <a:ea typeface="微软雅黑" panose="020B0503020204020204" charset="-122"/>
              </a:rPr>
              <a:t>（</a:t>
            </a:r>
            <a:r>
              <a:rPr lang="en-US" altLang="zh-CN" sz="1400" b="1" dirty="0">
                <a:latin typeface="微软雅黑" panose="020B0503020204020204" charset="-122"/>
                <a:ea typeface="微软雅黑" panose="020B0503020204020204" charset="-122"/>
              </a:rPr>
              <a:t>Result</a:t>
            </a:r>
            <a:r>
              <a:rPr lang="zh-CN" altLang="zh-CN" sz="1400" b="1" dirty="0">
                <a:latin typeface="微软雅黑" panose="020B0503020204020204" charset="-122"/>
                <a:ea typeface="微软雅黑" panose="020B0503020204020204" charset="-122"/>
              </a:rPr>
              <a:t>）结果：</a:t>
            </a:r>
            <a:endParaRPr lang="zh-CN" altLang="zh-CN" sz="1400" dirty="0">
              <a:latin typeface="微软雅黑" panose="020B0503020204020204" charset="-122"/>
              <a:ea typeface="微软雅黑" panose="020B0503020204020204" charset="-122"/>
            </a:endParaRPr>
          </a:p>
          <a:p>
            <a:r>
              <a:rPr lang="zh-CN" altLang="zh-CN" sz="1400" dirty="0">
                <a:latin typeface="微软雅黑" panose="020B0503020204020204" charset="-122"/>
                <a:ea typeface="微软雅黑" panose="020B0503020204020204" charset="-122"/>
              </a:rPr>
              <a:t>你通过行动得出了什么结果。</a:t>
            </a:r>
            <a:endParaRPr lang="zh-CN" altLang="zh-CN" sz="1400" dirty="0">
              <a:latin typeface="微软雅黑" panose="020B0503020204020204" charset="-122"/>
              <a:ea typeface="微软雅黑" panose="020B0503020204020204" charset="-122"/>
            </a:endParaRPr>
          </a:p>
          <a:p>
            <a:r>
              <a:rPr lang="zh-CN" altLang="zh-CN" sz="1400" dirty="0">
                <a:latin typeface="微软雅黑" panose="020B0503020204020204" charset="-122"/>
                <a:ea typeface="微软雅黑" panose="020B0503020204020204" charset="-122"/>
              </a:rPr>
              <a:t>比如：编写了</a:t>
            </a:r>
            <a:r>
              <a:rPr lang="en-US" altLang="zh-CN" sz="1400" dirty="0">
                <a:latin typeface="微软雅黑" panose="020B0503020204020204" charset="-122"/>
                <a:ea typeface="微软雅黑" panose="020B0503020204020204" charset="-122"/>
              </a:rPr>
              <a:t>xx</a:t>
            </a:r>
            <a:r>
              <a:rPr lang="zh-CN" altLang="zh-CN" sz="1400" dirty="0">
                <a:latin typeface="微软雅黑" panose="020B0503020204020204" charset="-122"/>
                <a:ea typeface="微软雅黑" panose="020B0503020204020204" charset="-122"/>
              </a:rPr>
              <a:t>个用例，发现了</a:t>
            </a:r>
            <a:r>
              <a:rPr lang="en-US" altLang="zh-CN" sz="1400" dirty="0">
                <a:latin typeface="微软雅黑" panose="020B0503020204020204" charset="-122"/>
                <a:ea typeface="微软雅黑" panose="020B0503020204020204" charset="-122"/>
              </a:rPr>
              <a:t>xx</a:t>
            </a:r>
            <a:r>
              <a:rPr lang="zh-CN" altLang="zh-CN" sz="1400" dirty="0">
                <a:latin typeface="微软雅黑" panose="020B0503020204020204" charset="-122"/>
                <a:ea typeface="微软雅黑" panose="020B0503020204020204" charset="-122"/>
              </a:rPr>
              <a:t>个</a:t>
            </a:r>
            <a:r>
              <a:rPr lang="en-US" altLang="zh-CN" sz="1400" dirty="0">
                <a:latin typeface="微软雅黑" panose="020B0503020204020204" charset="-122"/>
                <a:ea typeface="微软雅黑" panose="020B0503020204020204" charset="-122"/>
              </a:rPr>
              <a:t>bug</a:t>
            </a:r>
            <a:r>
              <a:rPr lang="zh-CN" altLang="zh-CN" sz="1400" dirty="0">
                <a:latin typeface="微软雅黑" panose="020B0503020204020204" charset="-122"/>
                <a:ea typeface="微软雅黑" panose="020B0503020204020204" charset="-122"/>
              </a:rPr>
              <a:t>，编写了</a:t>
            </a:r>
            <a:r>
              <a:rPr lang="en-US" altLang="zh-CN" sz="1400" dirty="0">
                <a:latin typeface="微软雅黑" panose="020B0503020204020204" charset="-122"/>
                <a:ea typeface="微软雅黑" panose="020B0503020204020204" charset="-122"/>
              </a:rPr>
              <a:t>xx</a:t>
            </a:r>
            <a:r>
              <a:rPr lang="zh-CN" altLang="zh-CN" sz="1400" dirty="0">
                <a:latin typeface="微软雅黑" panose="020B0503020204020204" charset="-122"/>
                <a:ea typeface="微软雅黑" panose="020B0503020204020204" charset="-122"/>
              </a:rPr>
              <a:t>行代码，利用</a:t>
            </a:r>
            <a:r>
              <a:rPr lang="en-US" altLang="zh-CN" sz="1400" dirty="0">
                <a:latin typeface="微软雅黑" panose="020B0503020204020204" charset="-122"/>
                <a:ea typeface="微软雅黑" panose="020B0503020204020204" charset="-122"/>
              </a:rPr>
              <a:t>xx</a:t>
            </a:r>
            <a:r>
              <a:rPr lang="zh-CN" altLang="zh-CN" sz="1400" dirty="0">
                <a:latin typeface="微软雅黑" panose="020B0503020204020204" charset="-122"/>
                <a:ea typeface="微软雅黑" panose="020B0503020204020204" charset="-122"/>
              </a:rPr>
              <a:t>工具做的测试结果，开发成果，评审结果等。</a:t>
            </a:r>
            <a:endParaRPr lang="zh-CN" altLang="zh-CN" sz="1400" dirty="0">
              <a:latin typeface="微软雅黑" panose="020B0503020204020204" charset="-122"/>
              <a:ea typeface="微软雅黑" panose="020B0503020204020204" charset="-122"/>
            </a:endParaRPr>
          </a:p>
        </p:txBody>
      </p:sp>
    </p:spTree>
  </p:cSld>
  <p:clrMapOvr>
    <a:masterClrMapping/>
  </p:clrMapOvr>
</p:sld>
</file>

<file path=ppt/tags/tag1.xml><?xml version="1.0" encoding="utf-8"?>
<p:tagLst xmlns:p="http://schemas.openxmlformats.org/presentationml/2006/main">
  <p:tag name="MH" val="20160421164329"/>
  <p:tag name="MH_LIBRARY" val="GRAPHIC"/>
  <p:tag name="MH_ORDER" val="Freeform 10"/>
  <p:tag name="KSO_WM_TAG_VERSION" val="1.0"/>
  <p:tag name="KSO_WM_BEAUTIFY_FLAG" val="#wm#"/>
  <p:tag name="KSO_WM_UNIT_TYPE" val="i"/>
  <p:tag name="KSO_WM_UNIT_ID" val="special20162897_2*i*0"/>
  <p:tag name="KSO_WM_TEMPLATE_CATEGORY" val="special"/>
  <p:tag name="KSO_WM_TEMPLATE_INDEX" val="20162897"/>
  <p:tag name="KSO_WM_UNIT_INDEX" val="0"/>
</p:tagLst>
</file>

<file path=ppt/tags/tag2.xml><?xml version="1.0" encoding="utf-8"?>
<p:tagLst xmlns:p="http://schemas.openxmlformats.org/presentationml/2006/main">
  <p:tag name="KSO_WM_TEMPLATE_CATEGORY" val="basetag"/>
  <p:tag name="KSO_WM_TEMPLATE_INDEX" val="20164310"/>
  <p:tag name="KSO_WM_TAG_VERSION" val="1.0"/>
  <p:tag name="KSO_WM_TEMPLATE_THUMBS_INDEX" val="1、2、3、4、6、7、9、11、14、17、19、20、22"/>
  <p:tag name="KSO_WM_BEAUTIFY_FLAG" val="#wm#"/>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PP_MARK_KEY" val="7b749860-7a81-4cc2-8670-228659b1a956"/>
  <p:tag name="COMMONDATA" val="eyJoZGlkIjoiYmIwN2I1ZDgyZmJmZTUxMjc4YWU0ZDgyNjQ2MGJhNjgifQ=="/>
</p:tagLst>
</file>

<file path=ppt/theme/theme1.xml><?xml version="1.0" encoding="utf-8"?>
<a:theme xmlns:a="http://schemas.openxmlformats.org/drawingml/2006/main" name="Aon Hewitt Widescreen">
  <a:themeElements>
    <a:clrScheme name="Aon Hewitt">
      <a:dk1>
        <a:srgbClr val="000000"/>
      </a:dk1>
      <a:lt1>
        <a:srgbClr val="FFFFFF"/>
      </a:lt1>
      <a:dk2>
        <a:srgbClr val="E11B22"/>
      </a:dk2>
      <a:lt2>
        <a:srgbClr val="4D4F53"/>
      </a:lt2>
      <a:accent1>
        <a:srgbClr val="F0AB00"/>
      </a:accent1>
      <a:accent2>
        <a:srgbClr val="7AB800"/>
      </a:accent2>
      <a:accent3>
        <a:srgbClr val="5EB6E4"/>
      </a:accent3>
      <a:accent4>
        <a:srgbClr val="0039A6"/>
      </a:accent4>
      <a:accent5>
        <a:srgbClr val="6E267B"/>
      </a:accent5>
      <a:accent6>
        <a:srgbClr val="D3CD8B"/>
      </a:accent6>
      <a:hlink>
        <a:srgbClr val="E11B22"/>
      </a:hlink>
      <a:folHlink>
        <a:srgbClr val="E11B22"/>
      </a:folHlink>
    </a:clrScheme>
    <a:fontScheme name="Aon_PowerPoint_Template_NoImage-3-0">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90204" pitchFamily="34" charset="0"/>
            <a:ea typeface="MS PGothic" panose="020B0600070205080204" pitchFamily="108"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90204" pitchFamily="34" charset="0"/>
            <a:ea typeface="MS PGothic" panose="020B0600070205080204" pitchFamily="108" charset="-128"/>
          </a:defRPr>
        </a:defPPr>
      </a:lstStyle>
    </a:lnDef>
  </a:objectDefaults>
  <a:extraClrSchemeLst>
    <a:extraClrScheme>
      <a:clrScheme name="Aon_PowerPoint_Template_NoImage-3-0 1">
        <a:dk1>
          <a:srgbClr val="000000"/>
        </a:dk1>
        <a:lt1>
          <a:srgbClr val="FFFFFF"/>
        </a:lt1>
        <a:dk2>
          <a:srgbClr val="5EB6E4"/>
        </a:dk2>
        <a:lt2>
          <a:srgbClr val="4D4F53"/>
        </a:lt2>
        <a:accent1>
          <a:srgbClr val="C9CAC8"/>
        </a:accent1>
        <a:accent2>
          <a:srgbClr val="7AB800"/>
        </a:accent2>
        <a:accent3>
          <a:srgbClr val="FFFFFF"/>
        </a:accent3>
        <a:accent4>
          <a:srgbClr val="000000"/>
        </a:accent4>
        <a:accent5>
          <a:srgbClr val="E1E1E0"/>
        </a:accent5>
        <a:accent6>
          <a:srgbClr val="6EA600"/>
        </a:accent6>
        <a:hlink>
          <a:srgbClr val="F0AB00"/>
        </a:hlink>
        <a:folHlink>
          <a:srgbClr val="D3CD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Aon Hewitt Widescreen">
  <a:themeElements>
    <a:clrScheme name="Aon Hewitt">
      <a:dk1>
        <a:srgbClr val="000000"/>
      </a:dk1>
      <a:lt1>
        <a:srgbClr val="FFFFFF"/>
      </a:lt1>
      <a:dk2>
        <a:srgbClr val="E11B22"/>
      </a:dk2>
      <a:lt2>
        <a:srgbClr val="4D4F53"/>
      </a:lt2>
      <a:accent1>
        <a:srgbClr val="F0AB00"/>
      </a:accent1>
      <a:accent2>
        <a:srgbClr val="7AB800"/>
      </a:accent2>
      <a:accent3>
        <a:srgbClr val="5EB6E4"/>
      </a:accent3>
      <a:accent4>
        <a:srgbClr val="0039A6"/>
      </a:accent4>
      <a:accent5>
        <a:srgbClr val="6E267B"/>
      </a:accent5>
      <a:accent6>
        <a:srgbClr val="D3CD8B"/>
      </a:accent6>
      <a:hlink>
        <a:srgbClr val="E11B22"/>
      </a:hlink>
      <a:folHlink>
        <a:srgbClr val="E11B22"/>
      </a:folHlink>
    </a:clrScheme>
    <a:fontScheme name="Aon_PowerPoint_Template_NoImage-3-0">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90204" pitchFamily="34" charset="0"/>
            <a:ea typeface="MS PGothic" panose="020B0600070205080204" pitchFamily="108"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90204" pitchFamily="34" charset="0"/>
            <a:ea typeface="MS PGothic" panose="020B0600070205080204" pitchFamily="108" charset="-128"/>
          </a:defRPr>
        </a:defPPr>
      </a:lstStyle>
    </a:lnDef>
  </a:objectDefaults>
  <a:extraClrSchemeLst>
    <a:extraClrScheme>
      <a:clrScheme name="Aon_PowerPoint_Template_NoImage-3-0 1">
        <a:dk1>
          <a:srgbClr val="000000"/>
        </a:dk1>
        <a:lt1>
          <a:srgbClr val="FFFFFF"/>
        </a:lt1>
        <a:dk2>
          <a:srgbClr val="5EB6E4"/>
        </a:dk2>
        <a:lt2>
          <a:srgbClr val="4D4F53"/>
        </a:lt2>
        <a:accent1>
          <a:srgbClr val="C9CAC8"/>
        </a:accent1>
        <a:accent2>
          <a:srgbClr val="7AB800"/>
        </a:accent2>
        <a:accent3>
          <a:srgbClr val="FFFFFF"/>
        </a:accent3>
        <a:accent4>
          <a:srgbClr val="000000"/>
        </a:accent4>
        <a:accent5>
          <a:srgbClr val="E1E1E0"/>
        </a:accent5>
        <a:accent6>
          <a:srgbClr val="6EA600"/>
        </a:accent6>
        <a:hlink>
          <a:srgbClr val="F0AB00"/>
        </a:hlink>
        <a:folHlink>
          <a:srgbClr val="D3CD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basetag20161307_docer592621.多彩欧美时尚大气年终年中汇报总结商务">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kumimoji="0" lang="zh-CN" alt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kumimoji="0" lang="zh-CN" alt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0</TotalTime>
  <Words>2629</Words>
  <Application>WPS 演示</Application>
  <PresentationFormat>宽屏</PresentationFormat>
  <Paragraphs>273</Paragraphs>
  <Slides>25</Slides>
  <Notes>12</Notes>
  <HiddenSlides>0</HiddenSlides>
  <MMClips>0</MMClips>
  <ScaleCrop>false</ScaleCrop>
  <HeadingPairs>
    <vt:vector size="6" baseType="variant">
      <vt:variant>
        <vt:lpstr>已用的字体</vt:lpstr>
      </vt:variant>
      <vt:variant>
        <vt:i4>32</vt:i4>
      </vt:variant>
      <vt:variant>
        <vt:lpstr>主题</vt:lpstr>
      </vt:variant>
      <vt:variant>
        <vt:i4>4</vt:i4>
      </vt:variant>
      <vt:variant>
        <vt:lpstr>幻灯片标题</vt:lpstr>
      </vt:variant>
      <vt:variant>
        <vt:i4>25</vt:i4>
      </vt:variant>
    </vt:vector>
  </HeadingPairs>
  <TitlesOfParts>
    <vt:vector size="61" baseType="lpstr">
      <vt:lpstr>Arial</vt:lpstr>
      <vt:lpstr>宋体</vt:lpstr>
      <vt:lpstr>Wingdings</vt:lpstr>
      <vt:lpstr>MS PGothic</vt:lpstr>
      <vt:lpstr>冬青黑体简体中文</vt:lpstr>
      <vt:lpstr>微软雅黑</vt:lpstr>
      <vt:lpstr>汉仪旗黑</vt:lpstr>
      <vt:lpstr>汉仪书宋二KW</vt:lpstr>
      <vt:lpstr>黑体</vt:lpstr>
      <vt:lpstr>汉仪中黑KW</vt:lpstr>
      <vt:lpstr>Calibri Light</vt:lpstr>
      <vt:lpstr>Helvetica Neue</vt:lpstr>
      <vt:lpstr>Calibri</vt:lpstr>
      <vt:lpstr>Times New Roman</vt:lpstr>
      <vt:lpstr>Arial Black</vt:lpstr>
      <vt:lpstr>等线</vt:lpstr>
      <vt:lpstr>Avenir Next Regular</vt:lpstr>
      <vt:lpstr>Calibri</vt:lpstr>
      <vt:lpstr>华文楷体</vt:lpstr>
      <vt:lpstr>宋体</vt:lpstr>
      <vt:lpstr>Arial Unicode MS</vt:lpstr>
      <vt:lpstr>汉仪中等线KW</vt:lpstr>
      <vt:lpstr>MS PGothic</vt:lpstr>
      <vt:lpstr>苹方-简</vt:lpstr>
      <vt:lpstr>Wingdings</vt:lpstr>
      <vt:lpstr>黑体</vt:lpstr>
      <vt:lpstr>Arial Bold</vt:lpstr>
      <vt:lpstr/>
      <vt:lpstr>Avenir Next Regular</vt:lpstr>
      <vt:lpstr>微软雅黑</vt:lpstr>
      <vt:lpstr>等线</vt:lpstr>
      <vt:lpstr>PingFang SC</vt:lpstr>
      <vt:lpstr>Aon Hewitt Widescreen</vt:lpstr>
      <vt:lpstr>1_Aon Hewitt Widescreen</vt:lpstr>
      <vt:lpstr>1_basetag20161307_docer592621.多彩欧美时尚大气年终年中汇报总结商务</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Aon APAC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aonhewitt</dc:creator>
  <cp:lastModifiedBy>不忍却又别离</cp:lastModifiedBy>
  <cp:revision>5408</cp:revision>
  <cp:lastPrinted>2023-12-18T19:17:15Z</cp:lastPrinted>
  <dcterms:created xsi:type="dcterms:W3CDTF">2023-12-18T19:17:15Z</dcterms:created>
  <dcterms:modified xsi:type="dcterms:W3CDTF">2023-12-18T19:17:15Z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E631A05CDCD44AFD9F88C50A3D31ECF6_12</vt:lpwstr>
  </property>
  <property fmtid="{D5CDD505-2E9C-101B-9397-08002B2CF9AE}" pid="3" name="KSOProductBuildVer">
    <vt:lpwstr>2052-6.4.0.8550</vt:lpwstr>
  </property>
</Properties>
</file>